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1.xml" ContentType="application/vnd.openxmlformats-officedocument.drawingml.chartshape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561" r:id="rId2"/>
    <p:sldId id="629" r:id="rId3"/>
    <p:sldId id="545" r:id="rId4"/>
    <p:sldId id="544" r:id="rId5"/>
    <p:sldId id="609" r:id="rId6"/>
    <p:sldId id="630" r:id="rId7"/>
    <p:sldId id="625" r:id="rId8"/>
    <p:sldId id="631" r:id="rId9"/>
    <p:sldId id="662" r:id="rId10"/>
    <p:sldId id="519" r:id="rId11"/>
    <p:sldId id="525" r:id="rId12"/>
    <p:sldId id="522" r:id="rId13"/>
    <p:sldId id="649" r:id="rId14"/>
    <p:sldId id="550" r:id="rId15"/>
    <p:sldId id="661" r:id="rId16"/>
    <p:sldId id="660" r:id="rId17"/>
    <p:sldId id="499" r:id="rId18"/>
    <p:sldId id="546" r:id="rId19"/>
    <p:sldId id="626" r:id="rId20"/>
    <p:sldId id="582" r:id="rId21"/>
    <p:sldId id="616" r:id="rId22"/>
    <p:sldId id="620" r:id="rId23"/>
    <p:sldId id="659" r:id="rId24"/>
    <p:sldId id="617" r:id="rId25"/>
    <p:sldId id="615" r:id="rId26"/>
    <p:sldId id="619" r:id="rId27"/>
    <p:sldId id="657" r:id="rId28"/>
    <p:sldId id="685" r:id="rId29"/>
    <p:sldId id="628" r:id="rId30"/>
    <p:sldId id="524" r:id="rId31"/>
    <p:sldId id="606" r:id="rId32"/>
    <p:sldId id="567" r:id="rId33"/>
    <p:sldId id="658" r:id="rId34"/>
    <p:sldId id="655" r:id="rId35"/>
    <p:sldId id="652" r:id="rId36"/>
    <p:sldId id="653" r:id="rId37"/>
    <p:sldId id="654" r:id="rId38"/>
    <p:sldId id="656" r:id="rId39"/>
    <p:sldId id="605" r:id="rId40"/>
    <p:sldId id="632" r:id="rId41"/>
    <p:sldId id="592" r:id="rId42"/>
    <p:sldId id="633" r:id="rId43"/>
    <p:sldId id="634" r:id="rId44"/>
    <p:sldId id="635" r:id="rId45"/>
    <p:sldId id="331" r:id="rId46"/>
  </p:sldIdLst>
  <p:sldSz cx="18288000" cy="13716000"/>
  <p:notesSz cx="6858000" cy="9144000"/>
  <p:defaultTextStyle>
    <a:defPPr>
      <a:defRPr lang="en-US"/>
    </a:defPPr>
    <a:lvl1pPr marL="0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219261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2438522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3657783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4877044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6096305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HA Screening" id="{47701C11-85C5-412A-8646-879968CD68BF}">
          <p14:sldIdLst>
            <p14:sldId id="561"/>
            <p14:sldId id="629"/>
            <p14:sldId id="545"/>
            <p14:sldId id="544"/>
            <p14:sldId id="609"/>
          </p14:sldIdLst>
        </p14:section>
        <p14:section name="Screening Stats" id="{457D8F42-AE93-45E5-A4AB-3D0725BEA27E}">
          <p14:sldIdLst>
            <p14:sldId id="630"/>
            <p14:sldId id="625"/>
            <p14:sldId id="631"/>
            <p14:sldId id="662"/>
            <p14:sldId id="519"/>
            <p14:sldId id="525"/>
            <p14:sldId id="522"/>
          </p14:sldIdLst>
        </p14:section>
        <p14:section name="Advanced Analysis" id="{50EF45C2-CBA8-471C-B6AD-0E129C2F42E2}">
          <p14:sldIdLst>
            <p14:sldId id="649"/>
            <p14:sldId id="550"/>
            <p14:sldId id="661"/>
            <p14:sldId id="660"/>
            <p14:sldId id="499"/>
            <p14:sldId id="546"/>
            <p14:sldId id="626"/>
            <p14:sldId id="582"/>
            <p14:sldId id="616"/>
            <p14:sldId id="620"/>
            <p14:sldId id="659"/>
            <p14:sldId id="617"/>
            <p14:sldId id="615"/>
            <p14:sldId id="619"/>
          </p14:sldIdLst>
        </p14:section>
        <p14:section name="S2S" id="{78312BAD-253B-426F-A216-AD4E242E211C}">
          <p14:sldIdLst>
            <p14:sldId id="657"/>
            <p14:sldId id="685"/>
            <p14:sldId id="628"/>
            <p14:sldId id="524"/>
            <p14:sldId id="606"/>
            <p14:sldId id="567"/>
            <p14:sldId id="658"/>
            <p14:sldId id="655"/>
            <p14:sldId id="652"/>
            <p14:sldId id="653"/>
            <p14:sldId id="654"/>
            <p14:sldId id="656"/>
            <p14:sldId id="605"/>
          </p14:sldIdLst>
        </p14:section>
        <p14:section name="How to use" id="{477EED1E-1CF6-4D92-B93F-7C70171CE61A}">
          <p14:sldIdLst>
            <p14:sldId id="632"/>
            <p14:sldId id="592"/>
            <p14:sldId id="633"/>
            <p14:sldId id="634"/>
            <p14:sldId id="635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448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A337"/>
    <a:srgbClr val="BD6AD4"/>
    <a:srgbClr val="EB332C"/>
    <a:srgbClr val="203D53"/>
    <a:srgbClr val="1E3453"/>
    <a:srgbClr val="CC9B00"/>
    <a:srgbClr val="613D9C"/>
    <a:srgbClr val="497492"/>
    <a:srgbClr val="4D6D92"/>
    <a:srgbClr val="A8D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33" autoAdjust="0"/>
    <p:restoredTop sz="96357" autoAdjust="0"/>
  </p:normalViewPr>
  <p:slideViewPr>
    <p:cSldViewPr snapToObjects="1" showGuides="1">
      <p:cViewPr varScale="1">
        <p:scale>
          <a:sx n="69" d="100"/>
          <a:sy n="69" d="100"/>
        </p:scale>
        <p:origin x="96" y="588"/>
      </p:cViewPr>
      <p:guideLst>
        <p:guide orient="horz" pos="8448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121" d="100"/>
          <a:sy n="121" d="100"/>
        </p:scale>
        <p:origin x="757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MHA-FP01\Users\pgionfriddo\Documents\2016%20Screening%20Summary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MHA-FP01\Users\pgionfriddo\Documents\2016%20Screening%20Summary%20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N=1,036,621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N= 2,791,103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41253280839895"/>
          <c:y val="8.2409911996294577E-2"/>
          <c:w val="0.66219553805774278"/>
          <c:h val="0.882847440944881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03-4C63-AB0F-0FF2E592C40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03-4C63-AB0F-0FF2E592C4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Positive</c:v>
                </c:pt>
                <c:pt idx="1">
                  <c:v>Negative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0.72531483778805306</c:v>
                </c:pt>
                <c:pt idx="1">
                  <c:v>0.27468516221194694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2A-4DEB-A12A-898DC9679E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315534776902899E-2"/>
          <c:y val="2.3254060039370077E-2"/>
          <c:w val="0.28049745734908138"/>
          <c:h val="0.216260949803149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N=553,885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35-4D45-B316-5DEEDDCE1F9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535-4D45-B316-5DEEDDCE1F9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535-4D45-B316-5DEEDDCE1F9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535-4D45-B316-5DEEDDCE1F9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535-4D45-B316-5DEEDDCE1F9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Quarterly!$Q$66:$Q$70</c:f>
              <c:strCache>
                <c:ptCount val="5"/>
                <c:pt idx="0">
                  <c:v>Discuss the results with a family member, a friend or a professional</c:v>
                </c:pt>
                <c:pt idx="1">
                  <c:v>Find additional information online</c:v>
                </c:pt>
                <c:pt idx="2">
                  <c:v>Find treatment</c:v>
                </c:pt>
                <c:pt idx="3">
                  <c:v>Monitor my health by taking screens regularly</c:v>
                </c:pt>
                <c:pt idx="4">
                  <c:v>None at this time</c:v>
                </c:pt>
              </c:strCache>
            </c:strRef>
          </c:cat>
          <c:val>
            <c:numRef>
              <c:f>Quarterly!$R$66:$R$70</c:f>
              <c:numCache>
                <c:formatCode>General</c:formatCode>
                <c:ptCount val="5"/>
                <c:pt idx="0">
                  <c:v>162792</c:v>
                </c:pt>
                <c:pt idx="1">
                  <c:v>100390</c:v>
                </c:pt>
                <c:pt idx="2">
                  <c:v>102991</c:v>
                </c:pt>
                <c:pt idx="3">
                  <c:v>28403</c:v>
                </c:pt>
                <c:pt idx="4">
                  <c:v>159309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535-4D45-B316-5DEEDDCE1F9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9.5654824642982625E-2"/>
          <c:w val="0.1938139219564379"/>
          <c:h val="0.54862463058259447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N=</a:t>
            </a:r>
            <a:r>
              <a:rPr lang="en-US" b="1" baseline="0" dirty="0"/>
              <a:t> 554,745</a:t>
            </a:r>
          </a:p>
          <a:p>
            <a:pPr>
              <a:defRPr/>
            </a:pPr>
            <a:r>
              <a:rPr lang="en-US" b="1" baseline="0" dirty="0"/>
              <a:t>2017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4390243902439024E-3"/>
          <c:y val="8.9394145677331519E-2"/>
          <c:w val="0.98211382113821133"/>
          <c:h val="0.721857388656914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Discuss the results with a family member, a friend or a professional</c:v>
                </c:pt>
                <c:pt idx="1">
                  <c:v>Find additional information online</c:v>
                </c:pt>
                <c:pt idx="2">
                  <c:v>Find treatment</c:v>
                </c:pt>
                <c:pt idx="3">
                  <c:v>Monitor my health by taking screens regularly</c:v>
                </c:pt>
                <c:pt idx="4">
                  <c:v>None at this time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0.28464087162196655</c:v>
                </c:pt>
                <c:pt idx="1">
                  <c:v>0.1867316850239808</c:v>
                </c:pt>
                <c:pt idx="2">
                  <c:v>0.1864326848513872</c:v>
                </c:pt>
                <c:pt idx="3">
                  <c:v>5.6496447245916702E-2</c:v>
                </c:pt>
                <c:pt idx="4">
                  <c:v>0.28569831125674877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FF-4DD3-832A-6E1E4834FD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Discuss the results with a family member, a friend or a professional</c:v>
                </c:pt>
                <c:pt idx="1">
                  <c:v>Find additional information online</c:v>
                </c:pt>
                <c:pt idx="2">
                  <c:v>Find treatment</c:v>
                </c:pt>
                <c:pt idx="3">
                  <c:v>Monitor my health by taking screens regularly</c:v>
                </c:pt>
                <c:pt idx="4">
                  <c:v>None at this time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0.2856096642347985</c:v>
                </c:pt>
                <c:pt idx="1">
                  <c:v>0.16219119226638024</c:v>
                </c:pt>
                <c:pt idx="2">
                  <c:v>0.1636768172750987</c:v>
                </c:pt>
                <c:pt idx="3">
                  <c:v>4.8572265543264471E-2</c:v>
                </c:pt>
                <c:pt idx="4">
                  <c:v>0.33995006068045808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FF-4DD3-832A-6E1E4834FD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4094623"/>
        <c:axId val="837715903"/>
      </c:barChart>
      <c:catAx>
        <c:axId val="120409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7715903"/>
        <c:crosses val="autoZero"/>
        <c:auto val="1"/>
        <c:lblAlgn val="ctr"/>
        <c:lblOffset val="100"/>
        <c:noMultiLvlLbl val="0"/>
      </c:catAx>
      <c:valAx>
        <c:axId val="83771590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20409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567977722296908"/>
          <c:y val="0.91476444954251379"/>
          <c:w val="0.22461583765443952"/>
          <c:h val="5.39217315330478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N= 36,581</a:t>
            </a:r>
          </a:p>
          <a:p>
            <a:pPr>
              <a:defRPr sz="1800" b="1"/>
            </a:pPr>
            <a:r>
              <a:rPr lang="en-US" dirty="0"/>
              <a:t>2017</a:t>
            </a:r>
          </a:p>
        </c:rich>
      </c:tx>
      <c:layout>
        <c:manualLayout>
          <c:xMode val="edge"/>
          <c:yMode val="edge"/>
          <c:x val="0.45157808398950133"/>
          <c:y val="3.12500000000000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 36,581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Eating Disorder</c:v>
                </c:pt>
                <c:pt idx="1">
                  <c:v>Parent</c:v>
                </c:pt>
                <c:pt idx="2">
                  <c:v>PTSD</c:v>
                </c:pt>
                <c:pt idx="3">
                  <c:v>Depression</c:v>
                </c:pt>
                <c:pt idx="4">
                  <c:v>Alcohol or Substance Use</c:v>
                </c:pt>
                <c:pt idx="5">
                  <c:v>Anxiety</c:v>
                </c:pt>
                <c:pt idx="6">
                  <c:v>Psychosis</c:v>
                </c:pt>
                <c:pt idx="7">
                  <c:v>Youth</c:v>
                </c:pt>
                <c:pt idx="8">
                  <c:v>Bipolar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0.99159663865546221</c:v>
                </c:pt>
                <c:pt idx="1">
                  <c:v>0.91157347204161243</c:v>
                </c:pt>
                <c:pt idx="2">
                  <c:v>0.88609865470852023</c:v>
                </c:pt>
                <c:pt idx="3">
                  <c:v>0.82720714531088968</c:v>
                </c:pt>
                <c:pt idx="4">
                  <c:v>0.80266075388026603</c:v>
                </c:pt>
                <c:pt idx="5">
                  <c:v>0.78361475922451529</c:v>
                </c:pt>
                <c:pt idx="6">
                  <c:v>0.75727069351230425</c:v>
                </c:pt>
                <c:pt idx="7">
                  <c:v>0.53909465020576131</c:v>
                </c:pt>
                <c:pt idx="8">
                  <c:v>0.51387266355140182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30-4F72-A3D0-98B3F21FF3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0225919"/>
        <c:axId val="2103309455"/>
      </c:barChart>
      <c:catAx>
        <c:axId val="2100225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3309455"/>
        <c:crosses val="autoZero"/>
        <c:auto val="1"/>
        <c:lblAlgn val="ctr"/>
        <c:lblOffset val="100"/>
        <c:noMultiLvlLbl val="0"/>
      </c:catAx>
      <c:valAx>
        <c:axId val="210330945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2100225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5D92-4B99-A8C4-F42538BDFB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Asian or Pacific Islander</c:v>
                </c:pt>
                <c:pt idx="1">
                  <c:v>Black or African American (non-Hispanic)</c:v>
                </c:pt>
                <c:pt idx="2">
                  <c:v>Hispanic or Latino</c:v>
                </c:pt>
                <c:pt idx="3">
                  <c:v>More than one of the above</c:v>
                </c:pt>
                <c:pt idx="4">
                  <c:v>Native American or American Indian</c:v>
                </c:pt>
                <c:pt idx="5">
                  <c:v>Other</c:v>
                </c:pt>
                <c:pt idx="6">
                  <c:v>White (non-Hispanic)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0.38</c:v>
                </c:pt>
                <c:pt idx="1">
                  <c:v>0.26</c:v>
                </c:pt>
                <c:pt idx="2">
                  <c:v>0.28999999999999998</c:v>
                </c:pt>
                <c:pt idx="3">
                  <c:v>0.33</c:v>
                </c:pt>
                <c:pt idx="4">
                  <c:v>0.3</c:v>
                </c:pt>
                <c:pt idx="5">
                  <c:v>0.36</c:v>
                </c:pt>
                <c:pt idx="6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B-4076-A763-5A236A870E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8774815"/>
        <c:axId val="325637519"/>
      </c:barChart>
      <c:catAx>
        <c:axId val="128774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5637519"/>
        <c:crosses val="autoZero"/>
        <c:auto val="1"/>
        <c:lblAlgn val="ctr"/>
        <c:lblOffset val="100"/>
        <c:noMultiLvlLbl val="0"/>
      </c:catAx>
      <c:valAx>
        <c:axId val="3256375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28774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 758,229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03-447B-B248-24479A6371C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303-447B-B248-24479A6371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Asian or Pacific Islander</c:v>
                </c:pt>
                <c:pt idx="1">
                  <c:v>Black or African American (non-Hispanic)</c:v>
                </c:pt>
                <c:pt idx="2">
                  <c:v>Hispanic or Latino</c:v>
                </c:pt>
                <c:pt idx="3">
                  <c:v>More than one of the above</c:v>
                </c:pt>
                <c:pt idx="4">
                  <c:v>Native American or American Indian</c:v>
                </c:pt>
                <c:pt idx="5">
                  <c:v>Other</c:v>
                </c:pt>
                <c:pt idx="6">
                  <c:v>White (non-Hispanic)</c:v>
                </c:pt>
                <c:pt idx="7">
                  <c:v>Blank (Not Specified)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0.73</c:v>
                </c:pt>
                <c:pt idx="1">
                  <c:v>0.73</c:v>
                </c:pt>
                <c:pt idx="2">
                  <c:v>0.75</c:v>
                </c:pt>
                <c:pt idx="3">
                  <c:v>0.79</c:v>
                </c:pt>
                <c:pt idx="4">
                  <c:v>0.79</c:v>
                </c:pt>
                <c:pt idx="5">
                  <c:v>0.75</c:v>
                </c:pt>
                <c:pt idx="6">
                  <c:v>0.75</c:v>
                </c:pt>
                <c:pt idx="7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03-447B-B248-24479A6371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00223423"/>
        <c:axId val="2103336671"/>
      </c:barChart>
      <c:catAx>
        <c:axId val="210022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3336671"/>
        <c:crosses val="autoZero"/>
        <c:auto val="1"/>
        <c:lblAlgn val="ctr"/>
        <c:lblOffset val="100"/>
        <c:noMultiLvlLbl val="0"/>
      </c:catAx>
      <c:valAx>
        <c:axId val="21033366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2100223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N= 510,736</a:t>
            </a:r>
          </a:p>
          <a:p>
            <a:pPr>
              <a:defRPr/>
            </a:pPr>
            <a:r>
              <a:rPr lang="en-US" b="1" dirty="0"/>
              <a:t>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Young Female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Positive</c:v>
                </c:pt>
                <c:pt idx="1">
                  <c:v>Negative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0.77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79-49A6-93E5-4023EDD0F5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Young Male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Positive</c:v>
                </c:pt>
                <c:pt idx="1">
                  <c:v>Negative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0.23</c:v>
                </c:pt>
                <c:pt idx="1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79-49A6-93E5-4023EDD0F5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4096703"/>
        <c:axId val="1298887679"/>
      </c:barChart>
      <c:catAx>
        <c:axId val="120409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8887679"/>
        <c:crosses val="autoZero"/>
        <c:auto val="1"/>
        <c:lblAlgn val="ctr"/>
        <c:lblOffset val="100"/>
        <c:noMultiLvlLbl val="0"/>
      </c:catAx>
      <c:valAx>
        <c:axId val="129888767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204096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469705146738938E-2"/>
          <c:y val="2.1783526208304968E-2"/>
          <c:w val="0.89109855002698424"/>
          <c:h val="0.9462083049693669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Screens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Depression</c:v>
                </c:pt>
                <c:pt idx="1">
                  <c:v>Bipolar</c:v>
                </c:pt>
                <c:pt idx="2">
                  <c:v>Psychosis</c:v>
                </c:pt>
                <c:pt idx="3">
                  <c:v>Anxiety</c:v>
                </c:pt>
                <c:pt idx="4">
                  <c:v>PTSD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7349</c:v>
                </c:pt>
                <c:pt idx="1">
                  <c:v>3081</c:v>
                </c:pt>
                <c:pt idx="2">
                  <c:v>2634</c:v>
                </c:pt>
                <c:pt idx="3">
                  <c:v>1840</c:v>
                </c:pt>
                <c:pt idx="4">
                  <c:v>1369</c:v>
                </c:pt>
                <c:pt idx="5">
                  <c:v>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A3-4D1F-A476-FEE588AFE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7280591"/>
        <c:axId val="510321807"/>
      </c:barChart>
      <c:catAx>
        <c:axId val="5072805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0321807"/>
        <c:crosses val="autoZero"/>
        <c:auto val="1"/>
        <c:lblAlgn val="ctr"/>
        <c:lblOffset val="100"/>
        <c:noMultiLvlLbl val="0"/>
      </c:catAx>
      <c:valAx>
        <c:axId val="5103218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7280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491421105112949E-2"/>
          <c:y val="9.7072838665759019E-3"/>
          <c:w val="0.96123024208076135"/>
          <c:h val="0.928711159233074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 Alzhimers </c:v>
                </c:pt>
                <c:pt idx="1">
                  <c:v> Cancer </c:v>
                </c:pt>
                <c:pt idx="2">
                  <c:v> Chronic Pain </c:v>
                </c:pt>
                <c:pt idx="3">
                  <c:v> Diabetes </c:v>
                </c:pt>
                <c:pt idx="4">
                  <c:v>COPD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0.79047619047619044</c:v>
                </c:pt>
                <c:pt idx="1">
                  <c:v>0.74317325800376643</c:v>
                </c:pt>
                <c:pt idx="2">
                  <c:v>0.7822554992781815</c:v>
                </c:pt>
                <c:pt idx="3">
                  <c:v>0.73729892373567874</c:v>
                </c:pt>
                <c:pt idx="4">
                  <c:v>0.79424468830259165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BD-4CFF-BB60-46A824E3BA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29910896"/>
        <c:axId val="1091810992"/>
      </c:barChart>
      <c:catAx>
        <c:axId val="1129910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1810992"/>
        <c:crosses val="autoZero"/>
        <c:auto val="1"/>
        <c:lblAlgn val="ctr"/>
        <c:lblOffset val="100"/>
        <c:noMultiLvlLbl val="0"/>
      </c:catAx>
      <c:valAx>
        <c:axId val="1091810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991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Sheet1!$A$2:$A$8</cx:f>
        <cx:lvl ptCount="7">
          <cx:pt idx="0">"11-17"</cx:pt>
          <cx:pt idx="1">"18-24"</cx:pt>
          <cx:pt idx="2">"25-34"</cx:pt>
          <cx:pt idx="3">"35-44"</cx:pt>
          <cx:pt idx="4">"45-54"</cx:pt>
          <cx:pt idx="5">"55-64"</cx:pt>
          <cx:pt idx="6">"65+"</cx:pt>
        </cx:lvl>
      </cx:strDim>
      <cx:numDim type="size">
        <cx:f dir="row">Sheet1!$B$2:$B$8</cx:f>
        <cx:lvl ptCount="7" formatCode="General">
          <cx:pt idx="0">0.35189093016579948</cx:pt>
          <cx:pt idx="1">0.32079432753065662</cx:pt>
          <cx:pt idx="2">0.18345651648681219</cx:pt>
          <cx:pt idx="3">0.076744446876431296</cx:pt>
          <cx:pt idx="4">0.040641794193634131</cx:pt>
          <cx:pt idx="5">0.019999990118337845</cx:pt>
          <cx:pt idx="6">0.0064719946283284526</cx:pt>
        </cx:lvl>
      </cx:numDim>
    </cx:data>
  </cx:chartData>
  <cx:chart>
    <cx:title pos="t" align="ctr" overlay="0">
      <cx:tx>
        <cx:txData>
          <cx:v>N = 2,023,951</cx:v>
        </cx:txData>
      </cx:tx>
      <cx:txPr>
        <a:bodyPr rot="0" spcFirstLastPara="1" vertOverflow="ellipsis" vert="horz" wrap="square" lIns="38100" tIns="19050" rIns="38100" bIns="19050" anchor="ctr" anchorCtr="1" compatLnSpc="0"/>
        <a:lstStyle/>
        <a:p>
          <a:pPr algn="ctr" rtl="0">
            <a:defRPr sz="2000" b="1" i="0" u="none" strike="noStrike" kern="1200" spc="0" baseline="0">
              <a:solidFill>
                <a:prstClr val="black"/>
              </a:solidFill>
              <a:latin typeface="+mn-lt"/>
              <a:ea typeface="+mn-ea"/>
              <a:cs typeface="+mn-cs"/>
            </a:defRPr>
          </a:pPr>
          <a:r>
            <a: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</a:rPr>
            <a:t>N = 2,023,951</a:t>
          </a:r>
        </a:p>
      </cx:txPr>
    </cx:title>
    <cx:plotArea>
      <cx:plotAreaRegion>
        <cx:series layoutId="sunburst" uniqueId="{433AD0CF-88FB-4BA9-A99A-8CAA80FFD47F}">
          <cx:tx>
            <cx:txData>
              <cx:f>Sheet1!$B$1</cx:f>
              <cx:v>Age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600" b="1">
                    <a:solidFill>
                      <a:schemeClr val="bg1"/>
                    </a:solidFill>
                  </a:defRPr>
                </a:pPr>
                <a:endParaRPr lang="en-US" sz="1600" b="1" i="0" u="none" strike="noStrike" kern="1200" baseline="0">
                  <a:solidFill>
                    <a:schemeClr val="bg1"/>
                  </a:solidFill>
                  <a:latin typeface="Century Gothic" panose="020F0302020204030204"/>
                </a:endParaRPr>
              </a:p>
            </cx:txPr>
            <cx:visibility seriesName="0" categoryName="1" value="0"/>
          </cx:dataLabels>
          <cx:dataId val="0"/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Sheet1!$A$1:$A$7</cx:f>
        <cx:lvl ptCount="7">
          <cx:pt idx="0">White (non-Hispanic)</cx:pt>
          <cx:pt idx="1">Hispanic or Latino</cx:pt>
          <cx:pt idx="2">Asian or Pacific Islander</cx:pt>
          <cx:pt idx="3">Black or African American (non-Hispanic)</cx:pt>
          <cx:pt idx="4">More than one of the above</cx:pt>
          <cx:pt idx="5">Other</cx:pt>
          <cx:pt idx="6">Native American or American Indian</cx:pt>
        </cx:lvl>
      </cx:strDim>
      <cx:numDim type="size">
        <cx:f>Sheet1!$B$1:$B$7</cx:f>
        <cx:lvl ptCount="7" formatCode="0%">
          <cx:pt idx="0">0.64030190305388501</cx:pt>
          <cx:pt idx="1">0.11016292878915583</cx:pt>
          <cx:pt idx="2">0.088999999999999996</cx:pt>
          <cx:pt idx="3">0.066629066090406155</cx:pt>
          <cx:pt idx="4">0.051860911666106881</cx:pt>
          <cx:pt idx="5">0.032510979157028878</cx:pt>
          <cx:pt idx="6">0.00931691582329419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algn="ctr" rtl="0">
              <a:defRPr sz="1800" b="1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</a:rPr>
              <a:t>N=785,823</a:t>
            </a:r>
            <a:endParaRPr lang="en-US" sz="1800" b="1" dirty="0">
              <a:solidFill>
                <a:schemeClr val="tx1"/>
              </a:solidFill>
              <a:effectLst/>
            </a:endParaRPr>
          </a:p>
        </cx:rich>
      </cx:tx>
    </cx:title>
    <cx:plotArea>
      <cx:plotAreaRegion>
        <cx:series layoutId="sunburst" uniqueId="{7036CA33-58D2-473E-BBB0-7DC425CB233B}">
          <cx:tx>
            <cx:txData>
              <cx:f>Sheet1!$B$3</cx:f>
              <cx:v>9%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600" b="1">
                    <a:solidFill>
                      <a:schemeClr val="bg1"/>
                    </a:solidFill>
                  </a:defRPr>
                </a:pPr>
                <a:endParaRPr lang="en-US" sz="1600" b="1" i="0" u="none" strike="noStrike" kern="1200" baseline="0">
                  <a:solidFill>
                    <a:schemeClr val="bg1"/>
                  </a:solidFill>
                  <a:latin typeface="Century Gothic" panose="020F0302020204030204"/>
                </a:endParaRPr>
              </a:p>
            </cx:txP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6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White (non-Hispanic)</a:t>
                  </a:r>
                </a:p>
              </cx:txPr>
            </cx:dataLabel>
            <cx:dataLabel idx="2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16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Asian or Pacific Islander</a:t>
                  </a:r>
                </a:p>
              </cx:txPr>
            </cx:dataLabel>
            <cx:dataLabel idx="3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6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Black or African American (non-Hispanic)</a:t>
                  </a:r>
                </a:p>
              </cx:txPr>
            </cx:dataLabel>
            <cx:dataLabel idx="4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6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More than one of the above</a:t>
                  </a:r>
                </a:p>
              </cx:txPr>
            </cx:dataLabel>
            <cx:dataLabel idx="5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6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Other</a:t>
                  </a:r>
                </a:p>
              </cx:txPr>
            </cx:dataLabel>
            <cx:dataLabel idx="6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6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Native American or American Indian</a:t>
                  </a:r>
                </a:p>
              </cx:txPr>
            </cx:dataLabel>
          </cx:dataLabels>
          <cx:dataId val="0"/>
          <cx:layoutPr/>
        </cx:series>
      </cx:plotAreaRegion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Sheet1!$A$1:$A$7</cx:f>
        <cx:lvl ptCount="7">
          <cx:pt idx="0">Less than $20,000</cx:pt>
          <cx:pt idx="1">$20,000 - $39,999</cx:pt>
          <cx:pt idx="2">$40,000 - $59,999</cx:pt>
          <cx:pt idx="3">$60,000 - $79,999</cx:pt>
          <cx:pt idx="4">$80,000 - $99,999</cx:pt>
          <cx:pt idx="5">$100,000 - $149,999</cx:pt>
          <cx:pt idx="6">$150,000+</cx:pt>
        </cx:lvl>
      </cx:strDim>
      <cx:numDim type="val">
        <cx:f>Sheet1!$B$1:$B$7</cx:f>
        <cx:lvl ptCount="7" formatCode="_(* #,##0_);_(* \(#,##0\);_(* &quot;-&quot;??_);_(@_)">
          <cx:pt idx="0">383563</cx:pt>
          <cx:pt idx="1">290602</cx:pt>
          <cx:pt idx="2">208040</cx:pt>
          <cx:pt idx="3">148096</cx:pt>
          <cx:pt idx="4">101934</cx:pt>
          <cx:pt idx="5">123981</cx:pt>
          <cx:pt idx="6">94055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2000" b="1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F0302020204030204"/>
              </a:rPr>
              <a:t>N= 1,350,271</a:t>
            </a:r>
            <a:endParaRPr lang="en-US" sz="20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entury Gothic" panose="020F0302020204030204"/>
            </a:endParaRPr>
          </a:p>
        </cx:rich>
      </cx:tx>
    </cx:title>
    <cx:plotArea>
      <cx:plotAreaRegion>
        <cx:series layoutId="funnel" uniqueId="{C07587FE-7979-4572-B346-3713C257E765}">
          <cx:spPr>
            <a:solidFill>
              <a:schemeClr val="accent5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4000" b="1">
                    <a:solidFill>
                      <a:schemeClr val="bg1"/>
                    </a:solidFill>
                  </a:defRPr>
                </a:pPr>
                <a:endParaRPr lang="en-US" sz="4000" b="1" i="0" u="none" strike="noStrike" baseline="0">
                  <a:solidFill>
                    <a:schemeClr val="bg1"/>
                  </a:solidFill>
                  <a:latin typeface="Century Gothic" panose="020F0302020204030204"/>
                </a:endParaRPr>
              </a:p>
            </cx:txPr>
            <cx:visibility seriesName="0" categoryName="0" value="1"/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4000" b="1" i="0" u="none" strike="noStrike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 383,563 </a:t>
                  </a:r>
                </a:p>
              </cx:txPr>
              <cx:visibility seriesName="0" categoryName="0" value="1"/>
            </cx:dataLabel>
            <cx:dataLabel idx="1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4000" b="1" i="0" u="none" strike="noStrike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 290,602 </a:t>
                  </a:r>
                </a:p>
              </cx:txPr>
              <cx:visibility seriesName="0" categoryName="0" value="1"/>
            </cx:dataLabel>
            <cx:dataLabel idx="2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4000" b="1">
                      <a:solidFill>
                        <a:schemeClr val="bg1"/>
                      </a:solidFill>
                    </a:defRPr>
                  </a:pPr>
                  <a:r>
                    <a:rPr lang="en-US" sz="4000" b="1" i="0" u="none" strike="noStrike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 208,040 </a:t>
                  </a:r>
                </a:p>
              </cx:txPr>
              <cx:visibility seriesName="0" categoryName="0" value="1"/>
            </cx:dataLabel>
            <cx:dataLabel idx="3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4000" b="1" i="0" u="none" strike="noStrike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 148,096 </a:t>
                  </a:r>
                </a:p>
              </cx:txPr>
              <cx:visibility seriesName="0" categoryName="0" value="1"/>
            </cx:dataLabel>
            <cx:dataLabel idx="4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4000" b="1" i="0" u="none" strike="noStrike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 101,934 </a:t>
                  </a:r>
                </a:p>
              </cx:txPr>
              <cx:visibility seriesName="0" categoryName="0" value="1"/>
            </cx:dataLabel>
            <cx:dataLabel idx="5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4400">
                      <a:solidFill>
                        <a:schemeClr val="bg1"/>
                      </a:solidFill>
                    </a:defRPr>
                  </a:pPr>
                  <a:r>
                    <a:rPr lang="en-US" sz="4400" b="1" i="0" u="none" strike="noStrike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 123,981 </a:t>
                  </a:r>
                </a:p>
              </cx:txPr>
              <cx:visibility seriesName="0" categoryName="0" value="1"/>
            </cx:dataLabel>
            <cx:dataLabel idx="6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4000" b="1" i="0" u="none" strike="noStrike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 94,055 </a:t>
                  </a:r>
                </a:p>
              </cx:txPr>
              <cx:visibility seriesName="0" categoryName="0" value="1"/>
            </cx:dataLabel>
          </cx:dataLabels>
          <cx:dataId val="0"/>
        </cx:series>
      </cx:plotAreaRegion>
      <cx:axis id="0">
        <cx:catScaling gapWidth="0.0599999987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2400" b="1"/>
            </a:pPr>
            <a:endParaRPr lang="en-US" sz="2400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entury Gothic" panose="020F0302020204030204"/>
            </a:endParaRPr>
          </a:p>
        </cx:txPr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Sheet1!$A$2:$A$6</cx:f>
        <cx:lvl ptCount="5">
          <cx:pt idx="0">Student</cx:pt>
          <cx:pt idx="1">LGBT</cx:pt>
          <cx:pt idx="2">Caregiver of someone living with emotional or physical illness</cx:pt>
          <cx:pt idx="3">New or expecting mother</cx:pt>
          <cx:pt idx="4">Veteran or active duty military</cx:pt>
        </cx:lvl>
      </cx:strDim>
      <cx:numDim type="size">
        <cx:f dir="row">Sheet1!$B$2:$B$6</cx:f>
        <cx:lvl ptCount="5" formatCode="General">
          <cx:pt idx="0">0.40999999999999998</cx:pt>
          <cx:pt idx="1">0.13</cx:pt>
          <cx:pt idx="2">0.029999999999999999</cx:pt>
          <cx:pt idx="3">0.02</cx:pt>
          <cx:pt idx="4">0.02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algn="ctr" rtl="0">
              <a:defRPr sz="1862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862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anose="020F0302020204030204"/>
              </a:rPr>
              <a:t>Select Multiple</a:t>
            </a:r>
          </a:p>
          <a:p>
            <a:pPr algn="ctr" rtl="0">
              <a:defRPr sz="1862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862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anose="020F0302020204030204"/>
              </a:rPr>
              <a:t>N= 1,368,627</a:t>
            </a:r>
          </a:p>
        </cx:rich>
      </cx:tx>
    </cx:title>
    <cx:plotArea>
      <cx:plotAreaRegion>
        <cx:series layoutId="sunburst" uniqueId="{051EA223-084B-4FCD-990E-01CC1E268C1D}">
          <cx:dataLabels>
            <cx:numFmt formatCode="0%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2400" b="1">
                    <a:solidFill>
                      <a:schemeClr val="bg1"/>
                    </a:solidFill>
                  </a:defRPr>
                </a:pPr>
                <a:endParaRPr lang="en-US" sz="2400" b="1" i="0" u="none" strike="noStrike" kern="1200" baseline="0">
                  <a:solidFill>
                    <a:schemeClr val="bg1"/>
                  </a:solidFill>
                  <a:latin typeface="Century Gothic" panose="020F0302020204030204"/>
                </a:endParaRPr>
              </a:p>
            </cx:txPr>
            <cx:visibility seriesName="0" categoryName="0" value="1"/>
            <cx:separator>, </cx:separator>
            <cx:dataLabel idx="1">
              <cx:numFmt formatCode="0%" sourceLinked="0"/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24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13%</a:t>
                  </a:r>
                </a:p>
              </cx:txPr>
              <cx:separator>, </cx:separator>
            </cx:dataLabel>
            <cx:dataLabel idx="2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2400"/>
                  </a:pPr>
                  <a:r>
                    <a:rPr lang="en-US" sz="2400" b="1" i="0" u="none" strike="noStrike" kern="1200" baseline="0">
                      <a:solidFill>
                        <a:schemeClr val="bg1"/>
                      </a:solidFill>
                      <a:latin typeface="Century Gothic" panose="020F0302020204030204"/>
                    </a:rPr>
                    <a:t>3%</a:t>
                  </a:r>
                </a:p>
              </cx:txPr>
            </cx:dataLabel>
          </cx:dataLabels>
          <cx:dataId val="0"/>
        </cx:series>
      </cx:plotAreaRegion>
    </cx:plotArea>
    <cx:legend pos="r" align="min" overlay="1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900" b="1"/>
          </a:pPr>
          <a:endParaRPr lang="en-US" sz="1900" b="1" i="0" u="none" strike="noStrike" kern="1200" baseline="0">
            <a:solidFill>
              <a:prstClr val="black">
                <a:lumMod val="65000"/>
                <a:lumOff val="35000"/>
              </a:prstClr>
            </a:solidFill>
            <a:latin typeface="Century Gothic" panose="020F0302020204030204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358E76-66B8-4492-8FA7-66D1235904F5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845F603-C6FB-48EB-8E6B-FE2A0189D2C7}">
      <dgm:prSet/>
      <dgm:spPr/>
      <dgm:t>
        <a:bodyPr/>
        <a:lstStyle/>
        <a:p>
          <a:r>
            <a:rPr lang="en-US" dirty="0"/>
            <a:t>Screening Statistics</a:t>
          </a:r>
        </a:p>
      </dgm:t>
    </dgm:pt>
    <dgm:pt modelId="{EBFC09BB-DF2A-48EE-8612-7F250F25778A}" type="parTrans" cxnId="{DEAE6490-4302-4C56-AF94-D2C9B147778B}">
      <dgm:prSet/>
      <dgm:spPr/>
      <dgm:t>
        <a:bodyPr/>
        <a:lstStyle/>
        <a:p>
          <a:endParaRPr lang="en-US"/>
        </a:p>
      </dgm:t>
    </dgm:pt>
    <dgm:pt modelId="{BE81995F-956F-42EE-99A3-1AE515EC6948}" type="sibTrans" cxnId="{DEAE6490-4302-4C56-AF94-D2C9B147778B}">
      <dgm:prSet/>
      <dgm:spPr/>
      <dgm:t>
        <a:bodyPr/>
        <a:lstStyle/>
        <a:p>
          <a:endParaRPr lang="en-US"/>
        </a:p>
      </dgm:t>
    </dgm:pt>
    <dgm:pt modelId="{6ADC5733-90CC-4E85-8BB7-7D1F239225C1}">
      <dgm:prSet/>
      <dgm:spPr/>
      <dgm:t>
        <a:bodyPr/>
        <a:lstStyle/>
        <a:p>
          <a:r>
            <a:rPr lang="en-US" dirty="0"/>
            <a:t>Advanced Analysis</a:t>
          </a:r>
        </a:p>
      </dgm:t>
    </dgm:pt>
    <dgm:pt modelId="{EB2CB5E2-4EF6-40E9-934A-E99DD20288B4}" type="parTrans" cxnId="{CC2FA996-F9F3-4609-BC12-C84F8F32621E}">
      <dgm:prSet/>
      <dgm:spPr/>
      <dgm:t>
        <a:bodyPr/>
        <a:lstStyle/>
        <a:p>
          <a:endParaRPr lang="en-US"/>
        </a:p>
      </dgm:t>
    </dgm:pt>
    <dgm:pt modelId="{6C10C514-2D9A-47DE-B2D0-BFEE33ED99AC}" type="sibTrans" cxnId="{CC2FA996-F9F3-4609-BC12-C84F8F32621E}">
      <dgm:prSet/>
      <dgm:spPr/>
      <dgm:t>
        <a:bodyPr/>
        <a:lstStyle/>
        <a:p>
          <a:endParaRPr lang="en-US"/>
        </a:p>
      </dgm:t>
    </dgm:pt>
    <dgm:pt modelId="{76EC5F48-7B54-4936-A023-F3642162E6BE}">
      <dgm:prSet/>
      <dgm:spPr/>
      <dgm:t>
        <a:bodyPr/>
        <a:lstStyle/>
        <a:p>
          <a:r>
            <a:rPr lang="en-US" dirty="0"/>
            <a:t>How can you use screening?</a:t>
          </a:r>
        </a:p>
      </dgm:t>
    </dgm:pt>
    <dgm:pt modelId="{B95D8C79-F6CA-45E6-B79C-1AB2CB17674C}" type="parTrans" cxnId="{9C67500E-36F5-4ACB-8152-BF0A396A26D9}">
      <dgm:prSet/>
      <dgm:spPr/>
      <dgm:t>
        <a:bodyPr/>
        <a:lstStyle/>
        <a:p>
          <a:endParaRPr lang="en-US"/>
        </a:p>
      </dgm:t>
    </dgm:pt>
    <dgm:pt modelId="{3F75AB92-1ABB-4D95-90C4-14EBF03825B7}" type="sibTrans" cxnId="{9C67500E-36F5-4ACB-8152-BF0A396A26D9}">
      <dgm:prSet/>
      <dgm:spPr/>
      <dgm:t>
        <a:bodyPr/>
        <a:lstStyle/>
        <a:p>
          <a:endParaRPr lang="en-US"/>
        </a:p>
      </dgm:t>
    </dgm:pt>
    <dgm:pt modelId="{F656B180-64EA-4E2B-9479-8F84C786B1BC}">
      <dgm:prSet/>
      <dgm:spPr/>
      <dgm:t>
        <a:bodyPr/>
        <a:lstStyle/>
        <a:p>
          <a:r>
            <a:rPr lang="en-US"/>
            <a:t>Screening to Supports</a:t>
          </a:r>
          <a:endParaRPr lang="en-US" dirty="0"/>
        </a:p>
      </dgm:t>
    </dgm:pt>
    <dgm:pt modelId="{A5EADEFB-A3A8-4A89-9A4C-A36E5CF35760}" type="parTrans" cxnId="{952BD9CA-1B89-4EEA-A099-D89614B5A581}">
      <dgm:prSet/>
      <dgm:spPr/>
      <dgm:t>
        <a:bodyPr/>
        <a:lstStyle/>
        <a:p>
          <a:endParaRPr lang="en-US"/>
        </a:p>
      </dgm:t>
    </dgm:pt>
    <dgm:pt modelId="{54D1B942-455B-46AC-89C0-8BD08946010F}" type="sibTrans" cxnId="{952BD9CA-1B89-4EEA-A099-D89614B5A581}">
      <dgm:prSet/>
      <dgm:spPr/>
      <dgm:t>
        <a:bodyPr/>
        <a:lstStyle/>
        <a:p>
          <a:endParaRPr lang="en-US"/>
        </a:p>
      </dgm:t>
    </dgm:pt>
    <dgm:pt modelId="{3BF3B6B2-84EA-41FA-A81D-A27801BD38EC}" type="pres">
      <dgm:prSet presAssocID="{15358E76-66B8-4492-8FA7-66D1235904F5}" presName="CompostProcess" presStyleCnt="0">
        <dgm:presLayoutVars>
          <dgm:dir/>
          <dgm:resizeHandles val="exact"/>
        </dgm:presLayoutVars>
      </dgm:prSet>
      <dgm:spPr/>
    </dgm:pt>
    <dgm:pt modelId="{28623A53-8791-4A68-BFCA-0EE730170F91}" type="pres">
      <dgm:prSet presAssocID="{15358E76-66B8-4492-8FA7-66D1235904F5}" presName="arrow" presStyleLbl="bgShp" presStyleIdx="0" presStyleCnt="1"/>
      <dgm:spPr/>
    </dgm:pt>
    <dgm:pt modelId="{A5B17A3E-74DD-4B4C-84B1-4DDAA4F777B5}" type="pres">
      <dgm:prSet presAssocID="{15358E76-66B8-4492-8FA7-66D1235904F5}" presName="linearProcess" presStyleCnt="0"/>
      <dgm:spPr/>
    </dgm:pt>
    <dgm:pt modelId="{A2393C54-15C7-49EF-BDEE-E7FCE9B9E529}" type="pres">
      <dgm:prSet presAssocID="{A845F603-C6FB-48EB-8E6B-FE2A0189D2C7}" presName="textNode" presStyleLbl="node1" presStyleIdx="0" presStyleCnt="4">
        <dgm:presLayoutVars>
          <dgm:bulletEnabled val="1"/>
        </dgm:presLayoutVars>
      </dgm:prSet>
      <dgm:spPr/>
    </dgm:pt>
    <dgm:pt modelId="{E49848B9-779C-4560-AE1F-6782AD57649E}" type="pres">
      <dgm:prSet presAssocID="{BE81995F-956F-42EE-99A3-1AE515EC6948}" presName="sibTrans" presStyleCnt="0"/>
      <dgm:spPr/>
    </dgm:pt>
    <dgm:pt modelId="{2EE297C0-A392-4C1A-B0A3-169CDCB74E5E}" type="pres">
      <dgm:prSet presAssocID="{6ADC5733-90CC-4E85-8BB7-7D1F239225C1}" presName="textNode" presStyleLbl="node1" presStyleIdx="1" presStyleCnt="4">
        <dgm:presLayoutVars>
          <dgm:bulletEnabled val="1"/>
        </dgm:presLayoutVars>
      </dgm:prSet>
      <dgm:spPr/>
    </dgm:pt>
    <dgm:pt modelId="{8E1D4229-9C15-4DB8-B282-C8BFEDF9488F}" type="pres">
      <dgm:prSet presAssocID="{6C10C514-2D9A-47DE-B2D0-BFEE33ED99AC}" presName="sibTrans" presStyleCnt="0"/>
      <dgm:spPr/>
    </dgm:pt>
    <dgm:pt modelId="{9309D52C-8884-4704-A79C-5540BEC125C8}" type="pres">
      <dgm:prSet presAssocID="{F656B180-64EA-4E2B-9479-8F84C786B1BC}" presName="textNode" presStyleLbl="node1" presStyleIdx="2" presStyleCnt="4">
        <dgm:presLayoutVars>
          <dgm:bulletEnabled val="1"/>
        </dgm:presLayoutVars>
      </dgm:prSet>
      <dgm:spPr/>
    </dgm:pt>
    <dgm:pt modelId="{D1E0502E-58A7-4737-ACDC-5CE22910A7F7}" type="pres">
      <dgm:prSet presAssocID="{54D1B942-455B-46AC-89C0-8BD08946010F}" presName="sibTrans" presStyleCnt="0"/>
      <dgm:spPr/>
    </dgm:pt>
    <dgm:pt modelId="{A929813E-5F0E-443C-BB81-F626606F37AF}" type="pres">
      <dgm:prSet presAssocID="{76EC5F48-7B54-4936-A023-F3642162E6BE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E6B3800-B57E-472E-8830-5AF35E1B03B5}" type="presOf" srcId="{6ADC5733-90CC-4E85-8BB7-7D1F239225C1}" destId="{2EE297C0-A392-4C1A-B0A3-169CDCB74E5E}" srcOrd="0" destOrd="0" presId="urn:microsoft.com/office/officeart/2005/8/layout/hProcess9"/>
    <dgm:cxn modelId="{9C67500E-36F5-4ACB-8152-BF0A396A26D9}" srcId="{15358E76-66B8-4492-8FA7-66D1235904F5}" destId="{76EC5F48-7B54-4936-A023-F3642162E6BE}" srcOrd="3" destOrd="0" parTransId="{B95D8C79-F6CA-45E6-B79C-1AB2CB17674C}" sibTransId="{3F75AB92-1ABB-4D95-90C4-14EBF03825B7}"/>
    <dgm:cxn modelId="{2AE3A65E-EEC3-41A3-8506-20101D35FA96}" type="presOf" srcId="{A845F603-C6FB-48EB-8E6B-FE2A0189D2C7}" destId="{A2393C54-15C7-49EF-BDEE-E7FCE9B9E529}" srcOrd="0" destOrd="0" presId="urn:microsoft.com/office/officeart/2005/8/layout/hProcess9"/>
    <dgm:cxn modelId="{5B2DB549-2877-4F22-864F-8B56C7E34F1C}" type="presOf" srcId="{76EC5F48-7B54-4936-A023-F3642162E6BE}" destId="{A929813E-5F0E-443C-BB81-F626606F37AF}" srcOrd="0" destOrd="0" presId="urn:microsoft.com/office/officeart/2005/8/layout/hProcess9"/>
    <dgm:cxn modelId="{DEAE6490-4302-4C56-AF94-D2C9B147778B}" srcId="{15358E76-66B8-4492-8FA7-66D1235904F5}" destId="{A845F603-C6FB-48EB-8E6B-FE2A0189D2C7}" srcOrd="0" destOrd="0" parTransId="{EBFC09BB-DF2A-48EE-8612-7F250F25778A}" sibTransId="{BE81995F-956F-42EE-99A3-1AE515EC6948}"/>
    <dgm:cxn modelId="{CC2FA996-F9F3-4609-BC12-C84F8F32621E}" srcId="{15358E76-66B8-4492-8FA7-66D1235904F5}" destId="{6ADC5733-90CC-4E85-8BB7-7D1F239225C1}" srcOrd="1" destOrd="0" parTransId="{EB2CB5E2-4EF6-40E9-934A-E99DD20288B4}" sibTransId="{6C10C514-2D9A-47DE-B2D0-BFEE33ED99AC}"/>
    <dgm:cxn modelId="{49E05DB3-A293-4AEE-B331-A987ED417B02}" type="presOf" srcId="{15358E76-66B8-4492-8FA7-66D1235904F5}" destId="{3BF3B6B2-84EA-41FA-A81D-A27801BD38EC}" srcOrd="0" destOrd="0" presId="urn:microsoft.com/office/officeart/2005/8/layout/hProcess9"/>
    <dgm:cxn modelId="{952BD9CA-1B89-4EEA-A099-D89614B5A581}" srcId="{15358E76-66B8-4492-8FA7-66D1235904F5}" destId="{F656B180-64EA-4E2B-9479-8F84C786B1BC}" srcOrd="2" destOrd="0" parTransId="{A5EADEFB-A3A8-4A89-9A4C-A36E5CF35760}" sibTransId="{54D1B942-455B-46AC-89C0-8BD08946010F}"/>
    <dgm:cxn modelId="{01294BF2-7B7F-4964-BD18-E69B96A9029F}" type="presOf" srcId="{F656B180-64EA-4E2B-9479-8F84C786B1BC}" destId="{9309D52C-8884-4704-A79C-5540BEC125C8}" srcOrd="0" destOrd="0" presId="urn:microsoft.com/office/officeart/2005/8/layout/hProcess9"/>
    <dgm:cxn modelId="{1129F426-317B-41C0-AF25-2AC97F934A5E}" type="presParOf" srcId="{3BF3B6B2-84EA-41FA-A81D-A27801BD38EC}" destId="{28623A53-8791-4A68-BFCA-0EE730170F91}" srcOrd="0" destOrd="0" presId="urn:microsoft.com/office/officeart/2005/8/layout/hProcess9"/>
    <dgm:cxn modelId="{63203BD1-B19D-47F8-A2E3-BBAD358A394C}" type="presParOf" srcId="{3BF3B6B2-84EA-41FA-A81D-A27801BD38EC}" destId="{A5B17A3E-74DD-4B4C-84B1-4DDAA4F777B5}" srcOrd="1" destOrd="0" presId="urn:microsoft.com/office/officeart/2005/8/layout/hProcess9"/>
    <dgm:cxn modelId="{1E5E8B50-0CC1-4DC1-853C-2FF89A89B044}" type="presParOf" srcId="{A5B17A3E-74DD-4B4C-84B1-4DDAA4F777B5}" destId="{A2393C54-15C7-49EF-BDEE-E7FCE9B9E529}" srcOrd="0" destOrd="0" presId="urn:microsoft.com/office/officeart/2005/8/layout/hProcess9"/>
    <dgm:cxn modelId="{97BE1602-166E-4039-9583-C46B06C139F1}" type="presParOf" srcId="{A5B17A3E-74DD-4B4C-84B1-4DDAA4F777B5}" destId="{E49848B9-779C-4560-AE1F-6782AD57649E}" srcOrd="1" destOrd="0" presId="urn:microsoft.com/office/officeart/2005/8/layout/hProcess9"/>
    <dgm:cxn modelId="{FC34BE79-F48A-4710-91D4-180BB6CEA604}" type="presParOf" srcId="{A5B17A3E-74DD-4B4C-84B1-4DDAA4F777B5}" destId="{2EE297C0-A392-4C1A-B0A3-169CDCB74E5E}" srcOrd="2" destOrd="0" presId="urn:microsoft.com/office/officeart/2005/8/layout/hProcess9"/>
    <dgm:cxn modelId="{3C8B88A1-B1D3-4B20-8433-218CFCCD6C2C}" type="presParOf" srcId="{A5B17A3E-74DD-4B4C-84B1-4DDAA4F777B5}" destId="{8E1D4229-9C15-4DB8-B282-C8BFEDF9488F}" srcOrd="3" destOrd="0" presId="urn:microsoft.com/office/officeart/2005/8/layout/hProcess9"/>
    <dgm:cxn modelId="{5E531E2F-6952-471A-9AD5-CFFBF5A0736E}" type="presParOf" srcId="{A5B17A3E-74DD-4B4C-84B1-4DDAA4F777B5}" destId="{9309D52C-8884-4704-A79C-5540BEC125C8}" srcOrd="4" destOrd="0" presId="urn:microsoft.com/office/officeart/2005/8/layout/hProcess9"/>
    <dgm:cxn modelId="{76430335-70FE-4D3F-B1F6-055231A6AEC2}" type="presParOf" srcId="{A5B17A3E-74DD-4B4C-84B1-4DDAA4F777B5}" destId="{D1E0502E-58A7-4737-ACDC-5CE22910A7F7}" srcOrd="5" destOrd="0" presId="urn:microsoft.com/office/officeart/2005/8/layout/hProcess9"/>
    <dgm:cxn modelId="{C9C3AFA9-2177-424E-94C3-B78A95319295}" type="presParOf" srcId="{A5B17A3E-74DD-4B4C-84B1-4DDAA4F777B5}" destId="{A929813E-5F0E-443C-BB81-F626606F37A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6F834D-BA6C-456A-834A-3C8387B3ABB3}" type="doc">
      <dgm:prSet loTypeId="urn:microsoft.com/office/officeart/2005/8/layout/process4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A15F318-9C1C-43FE-A602-2F5960D79814}">
      <dgm:prSet/>
      <dgm:spPr/>
      <dgm:t>
        <a:bodyPr/>
        <a:lstStyle/>
        <a:p>
          <a:r>
            <a:rPr lang="en-US" b="1" u="none" dirty="0"/>
            <a:t>People who screen regularly are:</a:t>
          </a:r>
          <a:endParaRPr lang="en-US" u="none" dirty="0"/>
        </a:p>
      </dgm:t>
    </dgm:pt>
    <dgm:pt modelId="{5DC2C5F2-8CB1-4C12-83B1-78C9767BE259}" type="parTrans" cxnId="{41B91F9B-E2F7-45F8-9E2E-053EA063E0F6}">
      <dgm:prSet/>
      <dgm:spPr/>
      <dgm:t>
        <a:bodyPr/>
        <a:lstStyle/>
        <a:p>
          <a:endParaRPr lang="en-US"/>
        </a:p>
      </dgm:t>
    </dgm:pt>
    <dgm:pt modelId="{5F8D8638-EE9A-4310-8240-8601ED7DA41E}" type="sibTrans" cxnId="{41B91F9B-E2F7-45F8-9E2E-053EA063E0F6}">
      <dgm:prSet/>
      <dgm:spPr/>
      <dgm:t>
        <a:bodyPr/>
        <a:lstStyle/>
        <a:p>
          <a:endParaRPr lang="en-US"/>
        </a:p>
      </dgm:t>
    </dgm:pt>
    <dgm:pt modelId="{DFAD04EA-E911-4CC0-B380-B6BAE788F6A4}">
      <dgm:prSet/>
      <dgm:spPr/>
      <dgm:t>
        <a:bodyPr/>
        <a:lstStyle/>
        <a:p>
          <a:r>
            <a:rPr lang="en-US" b="1" i="0" dirty="0"/>
            <a:t>More attuned to their symptoms</a:t>
          </a:r>
          <a:endParaRPr lang="en-US" dirty="0"/>
        </a:p>
      </dgm:t>
    </dgm:pt>
    <dgm:pt modelId="{582CE7C0-2A8F-43DB-9A3A-F8B4DEB41F23}" type="parTrans" cxnId="{48CE619E-1F71-42E8-BA6B-76C9AB3208C3}">
      <dgm:prSet/>
      <dgm:spPr/>
      <dgm:t>
        <a:bodyPr/>
        <a:lstStyle/>
        <a:p>
          <a:endParaRPr lang="en-US"/>
        </a:p>
      </dgm:t>
    </dgm:pt>
    <dgm:pt modelId="{25E561E7-8460-49BE-BD0B-0004B604D514}" type="sibTrans" cxnId="{48CE619E-1F71-42E8-BA6B-76C9AB3208C3}">
      <dgm:prSet/>
      <dgm:spPr/>
      <dgm:t>
        <a:bodyPr/>
        <a:lstStyle/>
        <a:p>
          <a:endParaRPr lang="en-US"/>
        </a:p>
      </dgm:t>
    </dgm:pt>
    <dgm:pt modelId="{01812FFA-358E-416B-8085-AC607AAD1325}">
      <dgm:prSet/>
      <dgm:spPr/>
      <dgm:t>
        <a:bodyPr/>
        <a:lstStyle/>
        <a:p>
          <a:r>
            <a:rPr lang="en-US" b="1" i="0" dirty="0"/>
            <a:t>More knowledgeable about their conditions</a:t>
          </a:r>
          <a:endParaRPr lang="en-US" dirty="0"/>
        </a:p>
      </dgm:t>
    </dgm:pt>
    <dgm:pt modelId="{9C033DE8-F754-4B5D-AD9E-A59FDAB70EFB}" type="parTrans" cxnId="{98D9633D-D618-43AD-B830-00D12F15562C}">
      <dgm:prSet/>
      <dgm:spPr/>
      <dgm:t>
        <a:bodyPr/>
        <a:lstStyle/>
        <a:p>
          <a:endParaRPr lang="en-US"/>
        </a:p>
      </dgm:t>
    </dgm:pt>
    <dgm:pt modelId="{B77BAB91-BA3E-4F42-9A3A-B99EB524C6D6}" type="sibTrans" cxnId="{98D9633D-D618-43AD-B830-00D12F15562C}">
      <dgm:prSet/>
      <dgm:spPr/>
      <dgm:t>
        <a:bodyPr/>
        <a:lstStyle/>
        <a:p>
          <a:endParaRPr lang="en-US"/>
        </a:p>
      </dgm:t>
    </dgm:pt>
    <dgm:pt modelId="{0F1E9F01-1489-41B7-B228-A91E33B65B89}">
      <dgm:prSet/>
      <dgm:spPr/>
      <dgm:t>
        <a:bodyPr/>
        <a:lstStyle/>
        <a:p>
          <a:r>
            <a:rPr lang="en-US" b="1" i="0" dirty="0"/>
            <a:t>Better able to communicate with their provider</a:t>
          </a:r>
          <a:endParaRPr lang="en-US" dirty="0"/>
        </a:p>
      </dgm:t>
    </dgm:pt>
    <dgm:pt modelId="{F4253BD5-8FA4-44C0-AF42-763FCC05529F}" type="parTrans" cxnId="{27D0292B-DA26-49FB-B36C-D7BEFC7B268E}">
      <dgm:prSet/>
      <dgm:spPr/>
      <dgm:t>
        <a:bodyPr/>
        <a:lstStyle/>
        <a:p>
          <a:endParaRPr lang="en-US"/>
        </a:p>
      </dgm:t>
    </dgm:pt>
    <dgm:pt modelId="{5FE0F5D2-65CD-4F80-8B46-EFEAA20BDDE3}" type="sibTrans" cxnId="{27D0292B-DA26-49FB-B36C-D7BEFC7B268E}">
      <dgm:prSet/>
      <dgm:spPr/>
      <dgm:t>
        <a:bodyPr/>
        <a:lstStyle/>
        <a:p>
          <a:endParaRPr lang="en-US"/>
        </a:p>
      </dgm:t>
    </dgm:pt>
    <dgm:pt modelId="{D133E8E0-4ED5-47E7-803E-80EE246A5929}">
      <dgm:prSet/>
      <dgm:spPr/>
      <dgm:t>
        <a:bodyPr/>
        <a:lstStyle/>
        <a:p>
          <a:r>
            <a:rPr lang="en-US" b="1" i="0" dirty="0"/>
            <a:t>Able to recognize improvement early in treatment</a:t>
          </a:r>
          <a:endParaRPr lang="en-US" dirty="0"/>
        </a:p>
      </dgm:t>
    </dgm:pt>
    <dgm:pt modelId="{77F567C7-D373-4333-9E92-67FE7E78199C}" type="parTrans" cxnId="{11E4A3E5-85DC-4E5C-8D41-CE6377E82DC2}">
      <dgm:prSet/>
      <dgm:spPr/>
      <dgm:t>
        <a:bodyPr/>
        <a:lstStyle/>
        <a:p>
          <a:endParaRPr lang="en-US"/>
        </a:p>
      </dgm:t>
    </dgm:pt>
    <dgm:pt modelId="{8E9FCDDB-968A-422C-A33E-09DAC3D414CB}" type="sibTrans" cxnId="{11E4A3E5-85DC-4E5C-8D41-CE6377E82DC2}">
      <dgm:prSet/>
      <dgm:spPr/>
      <dgm:t>
        <a:bodyPr/>
        <a:lstStyle/>
        <a:p>
          <a:endParaRPr lang="en-US"/>
        </a:p>
      </dgm:t>
    </dgm:pt>
    <dgm:pt modelId="{73D3EF7E-E496-4C75-B83C-A8903DC01DAB}">
      <dgm:prSet/>
      <dgm:spPr/>
      <dgm:t>
        <a:bodyPr/>
        <a:lstStyle/>
        <a:p>
          <a:r>
            <a:rPr lang="en-US" b="1" i="0" dirty="0"/>
            <a:t>More aware of the warning signs of relapse</a:t>
          </a:r>
          <a:endParaRPr lang="en-US" dirty="0"/>
        </a:p>
      </dgm:t>
    </dgm:pt>
    <dgm:pt modelId="{F183BE80-5A2D-4390-8941-3AE00F2901EC}" type="parTrans" cxnId="{7C33EAF7-013A-4AF4-82A5-E41458DC0088}">
      <dgm:prSet/>
      <dgm:spPr/>
      <dgm:t>
        <a:bodyPr/>
        <a:lstStyle/>
        <a:p>
          <a:endParaRPr lang="en-US"/>
        </a:p>
      </dgm:t>
    </dgm:pt>
    <dgm:pt modelId="{FD70D72E-D3D7-4C7B-8795-9FCF3164FE4E}" type="sibTrans" cxnId="{7C33EAF7-013A-4AF4-82A5-E41458DC0088}">
      <dgm:prSet/>
      <dgm:spPr/>
      <dgm:t>
        <a:bodyPr/>
        <a:lstStyle/>
        <a:p>
          <a:endParaRPr lang="en-US"/>
        </a:p>
      </dgm:t>
    </dgm:pt>
    <dgm:pt modelId="{B340DE21-66E3-409E-8FA1-41821B93A8E0}">
      <dgm:prSet/>
      <dgm:spPr/>
      <dgm:t>
        <a:bodyPr/>
        <a:lstStyle/>
        <a:p>
          <a:r>
            <a:rPr lang="en-US" b="1" i="0" dirty="0"/>
            <a:t>Better able to self-manage their illness.</a:t>
          </a:r>
          <a:endParaRPr lang="en-US" dirty="0"/>
        </a:p>
      </dgm:t>
    </dgm:pt>
    <dgm:pt modelId="{6661A728-B608-4B6E-8FA2-FAB559A4405B}" type="parTrans" cxnId="{10F47B80-E7DF-4DA5-B794-52F060881C0A}">
      <dgm:prSet/>
      <dgm:spPr/>
      <dgm:t>
        <a:bodyPr/>
        <a:lstStyle/>
        <a:p>
          <a:endParaRPr lang="en-US"/>
        </a:p>
      </dgm:t>
    </dgm:pt>
    <dgm:pt modelId="{FCA347FC-43C1-4A3C-9BCE-B520609345E3}" type="sibTrans" cxnId="{10F47B80-E7DF-4DA5-B794-52F060881C0A}">
      <dgm:prSet/>
      <dgm:spPr/>
      <dgm:t>
        <a:bodyPr/>
        <a:lstStyle/>
        <a:p>
          <a:endParaRPr lang="en-US"/>
        </a:p>
      </dgm:t>
    </dgm:pt>
    <dgm:pt modelId="{2AFAE719-1914-49FD-AAD1-18408EBF5296}" type="pres">
      <dgm:prSet presAssocID="{7C6F834D-BA6C-456A-834A-3C8387B3ABB3}" presName="Name0" presStyleCnt="0">
        <dgm:presLayoutVars>
          <dgm:dir/>
          <dgm:animLvl val="lvl"/>
          <dgm:resizeHandles val="exact"/>
        </dgm:presLayoutVars>
      </dgm:prSet>
      <dgm:spPr/>
    </dgm:pt>
    <dgm:pt modelId="{53A4FCD4-47B3-41C9-B215-31DB6AA4D10E}" type="pres">
      <dgm:prSet presAssocID="{6A15F318-9C1C-43FE-A602-2F5960D79814}" presName="boxAndChildren" presStyleCnt="0"/>
      <dgm:spPr/>
    </dgm:pt>
    <dgm:pt modelId="{63A489D0-7198-479D-AC0F-E86B287D0D76}" type="pres">
      <dgm:prSet presAssocID="{6A15F318-9C1C-43FE-A602-2F5960D79814}" presName="parentTextBox" presStyleLbl="node1" presStyleIdx="0" presStyleCnt="1"/>
      <dgm:spPr/>
    </dgm:pt>
    <dgm:pt modelId="{058DCD37-40EC-4D9D-BB3A-4757C8838FEC}" type="pres">
      <dgm:prSet presAssocID="{6A15F318-9C1C-43FE-A602-2F5960D79814}" presName="entireBox" presStyleLbl="node1" presStyleIdx="0" presStyleCnt="1" custLinFactNeighborX="-215"/>
      <dgm:spPr/>
    </dgm:pt>
    <dgm:pt modelId="{3816DDD3-51F3-4D62-A1E4-E6A94B0CA667}" type="pres">
      <dgm:prSet presAssocID="{6A15F318-9C1C-43FE-A602-2F5960D79814}" presName="descendantBox" presStyleCnt="0"/>
      <dgm:spPr/>
    </dgm:pt>
    <dgm:pt modelId="{42831BF3-6D47-49C2-B349-083523BB1582}" type="pres">
      <dgm:prSet presAssocID="{DFAD04EA-E911-4CC0-B380-B6BAE788F6A4}" presName="childTextBox" presStyleLbl="fgAccFollowNode1" presStyleIdx="0" presStyleCnt="6">
        <dgm:presLayoutVars>
          <dgm:bulletEnabled val="1"/>
        </dgm:presLayoutVars>
      </dgm:prSet>
      <dgm:spPr/>
    </dgm:pt>
    <dgm:pt modelId="{922E6E17-6F8A-42C7-957C-134B1E0431B7}" type="pres">
      <dgm:prSet presAssocID="{01812FFA-358E-416B-8085-AC607AAD1325}" presName="childTextBox" presStyleLbl="fgAccFollowNode1" presStyleIdx="1" presStyleCnt="6">
        <dgm:presLayoutVars>
          <dgm:bulletEnabled val="1"/>
        </dgm:presLayoutVars>
      </dgm:prSet>
      <dgm:spPr/>
    </dgm:pt>
    <dgm:pt modelId="{8E2BC073-EA29-47A4-B816-29E70C8D57C5}" type="pres">
      <dgm:prSet presAssocID="{0F1E9F01-1489-41B7-B228-A91E33B65B89}" presName="childTextBox" presStyleLbl="fgAccFollowNode1" presStyleIdx="2" presStyleCnt="6">
        <dgm:presLayoutVars>
          <dgm:bulletEnabled val="1"/>
        </dgm:presLayoutVars>
      </dgm:prSet>
      <dgm:spPr/>
    </dgm:pt>
    <dgm:pt modelId="{26BF03A9-BC05-48AE-918D-74AFBDE20D7C}" type="pres">
      <dgm:prSet presAssocID="{D133E8E0-4ED5-47E7-803E-80EE246A5929}" presName="childTextBox" presStyleLbl="fgAccFollowNode1" presStyleIdx="3" presStyleCnt="6">
        <dgm:presLayoutVars>
          <dgm:bulletEnabled val="1"/>
        </dgm:presLayoutVars>
      </dgm:prSet>
      <dgm:spPr/>
    </dgm:pt>
    <dgm:pt modelId="{6BBC46EB-BE91-44FF-9EFF-DD9170C1ED1F}" type="pres">
      <dgm:prSet presAssocID="{73D3EF7E-E496-4C75-B83C-A8903DC01DAB}" presName="childTextBox" presStyleLbl="fgAccFollowNode1" presStyleIdx="4" presStyleCnt="6">
        <dgm:presLayoutVars>
          <dgm:bulletEnabled val="1"/>
        </dgm:presLayoutVars>
      </dgm:prSet>
      <dgm:spPr/>
    </dgm:pt>
    <dgm:pt modelId="{21E6DFC7-741B-43EF-8693-77B3C6DB182F}" type="pres">
      <dgm:prSet presAssocID="{B340DE21-66E3-409E-8FA1-41821B93A8E0}" presName="childTextBox" presStyleLbl="fgAccFollowNode1" presStyleIdx="5" presStyleCnt="6">
        <dgm:presLayoutVars>
          <dgm:bulletEnabled val="1"/>
        </dgm:presLayoutVars>
      </dgm:prSet>
      <dgm:spPr/>
    </dgm:pt>
  </dgm:ptLst>
  <dgm:cxnLst>
    <dgm:cxn modelId="{0434DC0B-66B6-48D7-8E9C-36D2121ECA18}" type="presOf" srcId="{DFAD04EA-E911-4CC0-B380-B6BAE788F6A4}" destId="{42831BF3-6D47-49C2-B349-083523BB1582}" srcOrd="0" destOrd="0" presId="urn:microsoft.com/office/officeart/2005/8/layout/process4"/>
    <dgm:cxn modelId="{10B1B01E-DDBF-4A0F-9EC1-6BF3D393D96F}" type="presOf" srcId="{7C6F834D-BA6C-456A-834A-3C8387B3ABB3}" destId="{2AFAE719-1914-49FD-AAD1-18408EBF5296}" srcOrd="0" destOrd="0" presId="urn:microsoft.com/office/officeart/2005/8/layout/process4"/>
    <dgm:cxn modelId="{27D0292B-DA26-49FB-B36C-D7BEFC7B268E}" srcId="{6A15F318-9C1C-43FE-A602-2F5960D79814}" destId="{0F1E9F01-1489-41B7-B228-A91E33B65B89}" srcOrd="2" destOrd="0" parTransId="{F4253BD5-8FA4-44C0-AF42-763FCC05529F}" sibTransId="{5FE0F5D2-65CD-4F80-8B46-EFEAA20BDDE3}"/>
    <dgm:cxn modelId="{98D9633D-D618-43AD-B830-00D12F15562C}" srcId="{6A15F318-9C1C-43FE-A602-2F5960D79814}" destId="{01812FFA-358E-416B-8085-AC607AAD1325}" srcOrd="1" destOrd="0" parTransId="{9C033DE8-F754-4B5D-AD9E-A59FDAB70EFB}" sibTransId="{B77BAB91-BA3E-4F42-9A3A-B99EB524C6D6}"/>
    <dgm:cxn modelId="{8488F23E-A4A0-4B65-8A92-BA207F70C32D}" type="presOf" srcId="{6A15F318-9C1C-43FE-A602-2F5960D79814}" destId="{63A489D0-7198-479D-AC0F-E86B287D0D76}" srcOrd="0" destOrd="0" presId="urn:microsoft.com/office/officeart/2005/8/layout/process4"/>
    <dgm:cxn modelId="{091DFC5C-116E-4A1E-AD37-A9FFCDD7A14A}" type="presOf" srcId="{D133E8E0-4ED5-47E7-803E-80EE246A5929}" destId="{26BF03A9-BC05-48AE-918D-74AFBDE20D7C}" srcOrd="0" destOrd="0" presId="urn:microsoft.com/office/officeart/2005/8/layout/process4"/>
    <dgm:cxn modelId="{5F2AD079-AE0F-45EC-A605-72996D51620C}" type="presOf" srcId="{6A15F318-9C1C-43FE-A602-2F5960D79814}" destId="{058DCD37-40EC-4D9D-BB3A-4757C8838FEC}" srcOrd="1" destOrd="0" presId="urn:microsoft.com/office/officeart/2005/8/layout/process4"/>
    <dgm:cxn modelId="{10F47B80-E7DF-4DA5-B794-52F060881C0A}" srcId="{6A15F318-9C1C-43FE-A602-2F5960D79814}" destId="{B340DE21-66E3-409E-8FA1-41821B93A8E0}" srcOrd="5" destOrd="0" parTransId="{6661A728-B608-4B6E-8FA2-FAB559A4405B}" sibTransId="{FCA347FC-43C1-4A3C-9BCE-B520609345E3}"/>
    <dgm:cxn modelId="{5641B795-D774-4235-BF86-56B14B4D786F}" type="presOf" srcId="{0F1E9F01-1489-41B7-B228-A91E33B65B89}" destId="{8E2BC073-EA29-47A4-B816-29E70C8D57C5}" srcOrd="0" destOrd="0" presId="urn:microsoft.com/office/officeart/2005/8/layout/process4"/>
    <dgm:cxn modelId="{41B91F9B-E2F7-45F8-9E2E-053EA063E0F6}" srcId="{7C6F834D-BA6C-456A-834A-3C8387B3ABB3}" destId="{6A15F318-9C1C-43FE-A602-2F5960D79814}" srcOrd="0" destOrd="0" parTransId="{5DC2C5F2-8CB1-4C12-83B1-78C9767BE259}" sibTransId="{5F8D8638-EE9A-4310-8240-8601ED7DA41E}"/>
    <dgm:cxn modelId="{48CE619E-1F71-42E8-BA6B-76C9AB3208C3}" srcId="{6A15F318-9C1C-43FE-A602-2F5960D79814}" destId="{DFAD04EA-E911-4CC0-B380-B6BAE788F6A4}" srcOrd="0" destOrd="0" parTransId="{582CE7C0-2A8F-43DB-9A3A-F8B4DEB41F23}" sibTransId="{25E561E7-8460-49BE-BD0B-0004B604D514}"/>
    <dgm:cxn modelId="{20AF7EA3-63C8-4C88-93AD-7E1AC65833AF}" type="presOf" srcId="{B340DE21-66E3-409E-8FA1-41821B93A8E0}" destId="{21E6DFC7-741B-43EF-8693-77B3C6DB182F}" srcOrd="0" destOrd="0" presId="urn:microsoft.com/office/officeart/2005/8/layout/process4"/>
    <dgm:cxn modelId="{50DC85BF-4D13-4EC8-A06A-4ED603753185}" type="presOf" srcId="{01812FFA-358E-416B-8085-AC607AAD1325}" destId="{922E6E17-6F8A-42C7-957C-134B1E0431B7}" srcOrd="0" destOrd="0" presId="urn:microsoft.com/office/officeart/2005/8/layout/process4"/>
    <dgm:cxn modelId="{16D7DBBF-DEA9-4F29-A4A0-5D3197B010CB}" type="presOf" srcId="{73D3EF7E-E496-4C75-B83C-A8903DC01DAB}" destId="{6BBC46EB-BE91-44FF-9EFF-DD9170C1ED1F}" srcOrd="0" destOrd="0" presId="urn:microsoft.com/office/officeart/2005/8/layout/process4"/>
    <dgm:cxn modelId="{11E4A3E5-85DC-4E5C-8D41-CE6377E82DC2}" srcId="{6A15F318-9C1C-43FE-A602-2F5960D79814}" destId="{D133E8E0-4ED5-47E7-803E-80EE246A5929}" srcOrd="3" destOrd="0" parTransId="{77F567C7-D373-4333-9E92-67FE7E78199C}" sibTransId="{8E9FCDDB-968A-422C-A33E-09DAC3D414CB}"/>
    <dgm:cxn modelId="{7C33EAF7-013A-4AF4-82A5-E41458DC0088}" srcId="{6A15F318-9C1C-43FE-A602-2F5960D79814}" destId="{73D3EF7E-E496-4C75-B83C-A8903DC01DAB}" srcOrd="4" destOrd="0" parTransId="{F183BE80-5A2D-4390-8941-3AE00F2901EC}" sibTransId="{FD70D72E-D3D7-4C7B-8795-9FCF3164FE4E}"/>
    <dgm:cxn modelId="{41B8E0DB-DCDF-47DA-907E-4A648A3C2DAF}" type="presParOf" srcId="{2AFAE719-1914-49FD-AAD1-18408EBF5296}" destId="{53A4FCD4-47B3-41C9-B215-31DB6AA4D10E}" srcOrd="0" destOrd="0" presId="urn:microsoft.com/office/officeart/2005/8/layout/process4"/>
    <dgm:cxn modelId="{0B4ED84B-2BF0-431E-9095-93AD4A8A65D7}" type="presParOf" srcId="{53A4FCD4-47B3-41C9-B215-31DB6AA4D10E}" destId="{63A489D0-7198-479D-AC0F-E86B287D0D76}" srcOrd="0" destOrd="0" presId="urn:microsoft.com/office/officeart/2005/8/layout/process4"/>
    <dgm:cxn modelId="{5C6495EB-37B5-4F28-99DF-245E4B9BE67D}" type="presParOf" srcId="{53A4FCD4-47B3-41C9-B215-31DB6AA4D10E}" destId="{058DCD37-40EC-4D9D-BB3A-4757C8838FEC}" srcOrd="1" destOrd="0" presId="urn:microsoft.com/office/officeart/2005/8/layout/process4"/>
    <dgm:cxn modelId="{621027AC-F6AD-4244-9BE3-FD78DFC3BEC6}" type="presParOf" srcId="{53A4FCD4-47B3-41C9-B215-31DB6AA4D10E}" destId="{3816DDD3-51F3-4D62-A1E4-E6A94B0CA667}" srcOrd="2" destOrd="0" presId="urn:microsoft.com/office/officeart/2005/8/layout/process4"/>
    <dgm:cxn modelId="{E3F9054F-C584-41F4-B43F-2AEB0A2ECC78}" type="presParOf" srcId="{3816DDD3-51F3-4D62-A1E4-E6A94B0CA667}" destId="{42831BF3-6D47-49C2-B349-083523BB1582}" srcOrd="0" destOrd="0" presId="urn:microsoft.com/office/officeart/2005/8/layout/process4"/>
    <dgm:cxn modelId="{EF8F55ED-30E9-44CE-B56A-5F6846C8D9DC}" type="presParOf" srcId="{3816DDD3-51F3-4D62-A1E4-E6A94B0CA667}" destId="{922E6E17-6F8A-42C7-957C-134B1E0431B7}" srcOrd="1" destOrd="0" presId="urn:microsoft.com/office/officeart/2005/8/layout/process4"/>
    <dgm:cxn modelId="{D31DD444-BB49-4B6E-BE55-E07D23546C3C}" type="presParOf" srcId="{3816DDD3-51F3-4D62-A1E4-E6A94B0CA667}" destId="{8E2BC073-EA29-47A4-B816-29E70C8D57C5}" srcOrd="2" destOrd="0" presId="urn:microsoft.com/office/officeart/2005/8/layout/process4"/>
    <dgm:cxn modelId="{7359CD14-799B-40CF-9E61-A03FF8BFF3D3}" type="presParOf" srcId="{3816DDD3-51F3-4D62-A1E4-E6A94B0CA667}" destId="{26BF03A9-BC05-48AE-918D-74AFBDE20D7C}" srcOrd="3" destOrd="0" presId="urn:microsoft.com/office/officeart/2005/8/layout/process4"/>
    <dgm:cxn modelId="{04857FBB-06FE-49A8-BAB4-8918AC1BC71B}" type="presParOf" srcId="{3816DDD3-51F3-4D62-A1E4-E6A94B0CA667}" destId="{6BBC46EB-BE91-44FF-9EFF-DD9170C1ED1F}" srcOrd="4" destOrd="0" presId="urn:microsoft.com/office/officeart/2005/8/layout/process4"/>
    <dgm:cxn modelId="{EB88D458-C225-4CBA-9854-00A7FA0F9B3F}" type="presParOf" srcId="{3816DDD3-51F3-4D62-A1E4-E6A94B0CA667}" destId="{21E6DFC7-741B-43EF-8693-77B3C6DB182F}" srcOrd="5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79AA2B-D2E3-4AB1-A0D2-EE3F01263BD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D17C95-362A-4042-983B-4BA5BC55E9FC}">
      <dgm:prSet/>
      <dgm:spPr/>
      <dgm:t>
        <a:bodyPr/>
        <a:lstStyle/>
        <a:p>
          <a:r>
            <a:rPr lang="en-US" b="1" dirty="0"/>
            <a:t>Screening in primary care perceived as helpful 93% of the time</a:t>
          </a:r>
          <a:endParaRPr lang="en-US" dirty="0"/>
        </a:p>
      </dgm:t>
    </dgm:pt>
    <dgm:pt modelId="{83FE5BF0-A7B5-40EC-B912-9ED42246B16F}" type="parTrans" cxnId="{4492E3C6-8339-4A33-8F32-BD9C5F6E5FA0}">
      <dgm:prSet/>
      <dgm:spPr/>
      <dgm:t>
        <a:bodyPr/>
        <a:lstStyle/>
        <a:p>
          <a:endParaRPr lang="en-US"/>
        </a:p>
      </dgm:t>
    </dgm:pt>
    <dgm:pt modelId="{C9BC4F97-CED1-4D4D-AE19-5F3CC18A3A57}" type="sibTrans" cxnId="{4492E3C6-8339-4A33-8F32-BD9C5F6E5FA0}">
      <dgm:prSet/>
      <dgm:spPr/>
      <dgm:t>
        <a:bodyPr/>
        <a:lstStyle/>
        <a:p>
          <a:endParaRPr lang="en-US"/>
        </a:p>
      </dgm:t>
    </dgm:pt>
    <dgm:pt modelId="{8C556254-3AA6-4A13-BDB7-53D2CE289B68}">
      <dgm:prSet/>
      <dgm:spPr/>
      <dgm:t>
        <a:bodyPr/>
        <a:lstStyle/>
        <a:p>
          <a:r>
            <a:rPr lang="en-US" b="1" dirty="0"/>
            <a:t>PCPs 3 times more likely to recognize mental illness symptoms and follow up</a:t>
          </a:r>
          <a:endParaRPr lang="en-US" dirty="0"/>
        </a:p>
      </dgm:t>
    </dgm:pt>
    <dgm:pt modelId="{DCD03E7C-6E75-4350-8DC9-EC5015296A2E}" type="parTrans" cxnId="{CC615405-1512-4B02-9455-0062B8242A8D}">
      <dgm:prSet/>
      <dgm:spPr/>
      <dgm:t>
        <a:bodyPr/>
        <a:lstStyle/>
        <a:p>
          <a:endParaRPr lang="en-US"/>
        </a:p>
      </dgm:t>
    </dgm:pt>
    <dgm:pt modelId="{92E5906B-B9AC-41F0-804E-3F8573A8A198}" type="sibTrans" cxnId="{CC615405-1512-4B02-9455-0062B8242A8D}">
      <dgm:prSet/>
      <dgm:spPr/>
      <dgm:t>
        <a:bodyPr/>
        <a:lstStyle/>
        <a:p>
          <a:endParaRPr lang="en-US"/>
        </a:p>
      </dgm:t>
    </dgm:pt>
    <dgm:pt modelId="{302532F7-6FC9-425C-857D-37C57FFBFC09}">
      <dgm:prSet/>
      <dgm:spPr/>
      <dgm:t>
        <a:bodyPr/>
        <a:lstStyle/>
        <a:p>
          <a:r>
            <a:rPr lang="en-US" b="1" dirty="0"/>
            <a:t>Post-screening treatment changes were made 40% of the time</a:t>
          </a:r>
          <a:endParaRPr lang="en-US" dirty="0"/>
        </a:p>
      </dgm:t>
    </dgm:pt>
    <dgm:pt modelId="{DA078730-3A0C-417D-9549-F00913210050}" type="parTrans" cxnId="{B5CD6945-C1FC-4820-A68C-F023EF063B4E}">
      <dgm:prSet/>
      <dgm:spPr/>
      <dgm:t>
        <a:bodyPr/>
        <a:lstStyle/>
        <a:p>
          <a:endParaRPr lang="en-US"/>
        </a:p>
      </dgm:t>
    </dgm:pt>
    <dgm:pt modelId="{C4DAE75A-5955-4B95-80F1-7F69BDF289AB}" type="sibTrans" cxnId="{B5CD6945-C1FC-4820-A68C-F023EF063B4E}">
      <dgm:prSet/>
      <dgm:spPr/>
      <dgm:t>
        <a:bodyPr/>
        <a:lstStyle/>
        <a:p>
          <a:endParaRPr lang="en-US"/>
        </a:p>
      </dgm:t>
    </dgm:pt>
    <dgm:pt modelId="{8E976C86-681C-494E-8B9A-F7D0C642E0CF}">
      <dgm:prSet/>
      <dgm:spPr/>
      <dgm:t>
        <a:bodyPr/>
        <a:lstStyle/>
        <a:p>
          <a:r>
            <a:rPr lang="en-US" b="1" dirty="0"/>
            <a:t>Positive benefits persist one year later</a:t>
          </a:r>
          <a:endParaRPr lang="en-US" dirty="0"/>
        </a:p>
      </dgm:t>
    </dgm:pt>
    <dgm:pt modelId="{90B80FCD-55FA-487D-8D6A-32F1C93BFCC7}" type="parTrans" cxnId="{50EF7F08-0920-4325-849A-17E8177FE515}">
      <dgm:prSet/>
      <dgm:spPr/>
      <dgm:t>
        <a:bodyPr/>
        <a:lstStyle/>
        <a:p>
          <a:endParaRPr lang="en-US"/>
        </a:p>
      </dgm:t>
    </dgm:pt>
    <dgm:pt modelId="{4637D597-BFF0-42CD-A536-34F89FC1C776}" type="sibTrans" cxnId="{50EF7F08-0920-4325-849A-17E8177FE515}">
      <dgm:prSet/>
      <dgm:spPr/>
      <dgm:t>
        <a:bodyPr/>
        <a:lstStyle/>
        <a:p>
          <a:endParaRPr lang="en-US"/>
        </a:p>
      </dgm:t>
    </dgm:pt>
    <dgm:pt modelId="{966C5F58-B362-4988-9E6D-9C686AA4DDC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Sources: Christensen, et al, 2005; </a:t>
          </a:r>
          <a:r>
            <a:rPr lang="en-US" dirty="0" err="1">
              <a:solidFill>
                <a:schemeClr val="tx1"/>
              </a:solidFill>
            </a:rPr>
            <a:t>Pignone</a:t>
          </a:r>
          <a:r>
            <a:rPr lang="en-US" dirty="0">
              <a:solidFill>
                <a:schemeClr val="tx1"/>
              </a:solidFill>
            </a:rPr>
            <a:t> et al, 2002; O’Connor et al, 2009; Duffy et al, 2009.</a:t>
          </a:r>
        </a:p>
      </dgm:t>
    </dgm:pt>
    <dgm:pt modelId="{19851F6C-D6D0-423E-B95A-9B01C2A23630}" type="parTrans" cxnId="{208C53DD-BD0E-429A-8108-DF72AFBB67EB}">
      <dgm:prSet/>
      <dgm:spPr/>
      <dgm:t>
        <a:bodyPr/>
        <a:lstStyle/>
        <a:p>
          <a:endParaRPr lang="en-US"/>
        </a:p>
      </dgm:t>
    </dgm:pt>
    <dgm:pt modelId="{701ACA32-0292-4F36-945A-877071EA1460}" type="sibTrans" cxnId="{208C53DD-BD0E-429A-8108-DF72AFBB67EB}">
      <dgm:prSet/>
      <dgm:spPr/>
      <dgm:t>
        <a:bodyPr/>
        <a:lstStyle/>
        <a:p>
          <a:endParaRPr lang="en-US"/>
        </a:p>
      </dgm:t>
    </dgm:pt>
    <dgm:pt modelId="{23B15D29-DD39-4004-A012-9A3CA3B52E76}" type="pres">
      <dgm:prSet presAssocID="{8A79AA2B-D2E3-4AB1-A0D2-EE3F01263BD3}" presName="outerComposite" presStyleCnt="0">
        <dgm:presLayoutVars>
          <dgm:chMax val="5"/>
          <dgm:dir/>
          <dgm:resizeHandles val="exact"/>
        </dgm:presLayoutVars>
      </dgm:prSet>
      <dgm:spPr/>
    </dgm:pt>
    <dgm:pt modelId="{A4616803-CFAC-4F04-BB73-BDCD7619F6EF}" type="pres">
      <dgm:prSet presAssocID="{8A79AA2B-D2E3-4AB1-A0D2-EE3F01263BD3}" presName="dummyMaxCanvas" presStyleCnt="0">
        <dgm:presLayoutVars/>
      </dgm:prSet>
      <dgm:spPr/>
    </dgm:pt>
    <dgm:pt modelId="{32826006-42FF-4229-B3D3-9C142A71240A}" type="pres">
      <dgm:prSet presAssocID="{8A79AA2B-D2E3-4AB1-A0D2-EE3F01263BD3}" presName="FiveNodes_1" presStyleLbl="node1" presStyleIdx="0" presStyleCnt="5">
        <dgm:presLayoutVars>
          <dgm:bulletEnabled val="1"/>
        </dgm:presLayoutVars>
      </dgm:prSet>
      <dgm:spPr/>
    </dgm:pt>
    <dgm:pt modelId="{8F82B853-2771-457A-A618-3485B9EB0334}" type="pres">
      <dgm:prSet presAssocID="{8A79AA2B-D2E3-4AB1-A0D2-EE3F01263BD3}" presName="FiveNodes_2" presStyleLbl="node1" presStyleIdx="1" presStyleCnt="5">
        <dgm:presLayoutVars>
          <dgm:bulletEnabled val="1"/>
        </dgm:presLayoutVars>
      </dgm:prSet>
      <dgm:spPr/>
    </dgm:pt>
    <dgm:pt modelId="{89A93087-FFEF-44C8-A454-533F6BD4BE16}" type="pres">
      <dgm:prSet presAssocID="{8A79AA2B-D2E3-4AB1-A0D2-EE3F01263BD3}" presName="FiveNodes_3" presStyleLbl="node1" presStyleIdx="2" presStyleCnt="5">
        <dgm:presLayoutVars>
          <dgm:bulletEnabled val="1"/>
        </dgm:presLayoutVars>
      </dgm:prSet>
      <dgm:spPr/>
    </dgm:pt>
    <dgm:pt modelId="{E4105731-7C40-43D3-A292-77D23C509EDC}" type="pres">
      <dgm:prSet presAssocID="{8A79AA2B-D2E3-4AB1-A0D2-EE3F01263BD3}" presName="FiveNodes_4" presStyleLbl="node1" presStyleIdx="3" presStyleCnt="5">
        <dgm:presLayoutVars>
          <dgm:bulletEnabled val="1"/>
        </dgm:presLayoutVars>
      </dgm:prSet>
      <dgm:spPr/>
    </dgm:pt>
    <dgm:pt modelId="{71060C32-732E-4570-9925-97B970F79E3F}" type="pres">
      <dgm:prSet presAssocID="{8A79AA2B-D2E3-4AB1-A0D2-EE3F01263BD3}" presName="FiveNodes_5" presStyleLbl="node1" presStyleIdx="4" presStyleCnt="5">
        <dgm:presLayoutVars>
          <dgm:bulletEnabled val="1"/>
        </dgm:presLayoutVars>
      </dgm:prSet>
      <dgm:spPr/>
    </dgm:pt>
    <dgm:pt modelId="{7BD2A2A3-3B5C-4405-9782-EC8DC4949082}" type="pres">
      <dgm:prSet presAssocID="{8A79AA2B-D2E3-4AB1-A0D2-EE3F01263BD3}" presName="FiveConn_1-2" presStyleLbl="fgAccFollowNode1" presStyleIdx="0" presStyleCnt="4">
        <dgm:presLayoutVars>
          <dgm:bulletEnabled val="1"/>
        </dgm:presLayoutVars>
      </dgm:prSet>
      <dgm:spPr/>
    </dgm:pt>
    <dgm:pt modelId="{4A5D10BB-0A0E-4E2D-9C67-818A732C082E}" type="pres">
      <dgm:prSet presAssocID="{8A79AA2B-D2E3-4AB1-A0D2-EE3F01263BD3}" presName="FiveConn_2-3" presStyleLbl="fgAccFollowNode1" presStyleIdx="1" presStyleCnt="4">
        <dgm:presLayoutVars>
          <dgm:bulletEnabled val="1"/>
        </dgm:presLayoutVars>
      </dgm:prSet>
      <dgm:spPr/>
    </dgm:pt>
    <dgm:pt modelId="{D532E3CD-891B-49BA-A35E-FB16B3DE5A44}" type="pres">
      <dgm:prSet presAssocID="{8A79AA2B-D2E3-4AB1-A0D2-EE3F01263BD3}" presName="FiveConn_3-4" presStyleLbl="fgAccFollowNode1" presStyleIdx="2" presStyleCnt="4">
        <dgm:presLayoutVars>
          <dgm:bulletEnabled val="1"/>
        </dgm:presLayoutVars>
      </dgm:prSet>
      <dgm:spPr/>
    </dgm:pt>
    <dgm:pt modelId="{91ACBCB4-4E59-46D6-A8FA-E4884911A9FB}" type="pres">
      <dgm:prSet presAssocID="{8A79AA2B-D2E3-4AB1-A0D2-EE3F01263BD3}" presName="FiveConn_4-5" presStyleLbl="fgAccFollowNode1" presStyleIdx="3" presStyleCnt="4">
        <dgm:presLayoutVars>
          <dgm:bulletEnabled val="1"/>
        </dgm:presLayoutVars>
      </dgm:prSet>
      <dgm:spPr/>
    </dgm:pt>
    <dgm:pt modelId="{3E019823-52F8-4E2A-BEF7-040BEB04FF30}" type="pres">
      <dgm:prSet presAssocID="{8A79AA2B-D2E3-4AB1-A0D2-EE3F01263BD3}" presName="FiveNodes_1_text" presStyleLbl="node1" presStyleIdx="4" presStyleCnt="5">
        <dgm:presLayoutVars>
          <dgm:bulletEnabled val="1"/>
        </dgm:presLayoutVars>
      </dgm:prSet>
      <dgm:spPr/>
    </dgm:pt>
    <dgm:pt modelId="{F1D02BA5-90D1-4768-9A3E-79C3C1E1D954}" type="pres">
      <dgm:prSet presAssocID="{8A79AA2B-D2E3-4AB1-A0D2-EE3F01263BD3}" presName="FiveNodes_2_text" presStyleLbl="node1" presStyleIdx="4" presStyleCnt="5">
        <dgm:presLayoutVars>
          <dgm:bulletEnabled val="1"/>
        </dgm:presLayoutVars>
      </dgm:prSet>
      <dgm:spPr/>
    </dgm:pt>
    <dgm:pt modelId="{1183091B-29CF-4FDB-8C1D-CBE95B418356}" type="pres">
      <dgm:prSet presAssocID="{8A79AA2B-D2E3-4AB1-A0D2-EE3F01263BD3}" presName="FiveNodes_3_text" presStyleLbl="node1" presStyleIdx="4" presStyleCnt="5">
        <dgm:presLayoutVars>
          <dgm:bulletEnabled val="1"/>
        </dgm:presLayoutVars>
      </dgm:prSet>
      <dgm:spPr/>
    </dgm:pt>
    <dgm:pt modelId="{F07F7E66-ACA1-4D97-B44C-8A4065FD2749}" type="pres">
      <dgm:prSet presAssocID="{8A79AA2B-D2E3-4AB1-A0D2-EE3F01263BD3}" presName="FiveNodes_4_text" presStyleLbl="node1" presStyleIdx="4" presStyleCnt="5">
        <dgm:presLayoutVars>
          <dgm:bulletEnabled val="1"/>
        </dgm:presLayoutVars>
      </dgm:prSet>
      <dgm:spPr/>
    </dgm:pt>
    <dgm:pt modelId="{E8F12557-5745-4A72-84C0-776779581A04}" type="pres">
      <dgm:prSet presAssocID="{8A79AA2B-D2E3-4AB1-A0D2-EE3F01263BD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C615405-1512-4B02-9455-0062B8242A8D}" srcId="{8A79AA2B-D2E3-4AB1-A0D2-EE3F01263BD3}" destId="{8C556254-3AA6-4A13-BDB7-53D2CE289B68}" srcOrd="1" destOrd="0" parTransId="{DCD03E7C-6E75-4350-8DC9-EC5015296A2E}" sibTransId="{92E5906B-B9AC-41F0-804E-3F8573A8A198}"/>
    <dgm:cxn modelId="{5DC81708-DA19-476F-BFBF-72BBECBBEA89}" type="presOf" srcId="{8C556254-3AA6-4A13-BDB7-53D2CE289B68}" destId="{8F82B853-2771-457A-A618-3485B9EB0334}" srcOrd="0" destOrd="0" presId="urn:microsoft.com/office/officeart/2005/8/layout/vProcess5"/>
    <dgm:cxn modelId="{50EF7F08-0920-4325-849A-17E8177FE515}" srcId="{8A79AA2B-D2E3-4AB1-A0D2-EE3F01263BD3}" destId="{8E976C86-681C-494E-8B9A-F7D0C642E0CF}" srcOrd="3" destOrd="0" parTransId="{90B80FCD-55FA-487D-8D6A-32F1C93BFCC7}" sibTransId="{4637D597-BFF0-42CD-A536-34F89FC1C776}"/>
    <dgm:cxn modelId="{9C3B9E14-CB42-4883-895F-A0947D5F0C6B}" type="presOf" srcId="{92E5906B-B9AC-41F0-804E-3F8573A8A198}" destId="{4A5D10BB-0A0E-4E2D-9C67-818A732C082E}" srcOrd="0" destOrd="0" presId="urn:microsoft.com/office/officeart/2005/8/layout/vProcess5"/>
    <dgm:cxn modelId="{F51D0824-2D00-4DDD-963D-65F96404DD0F}" type="presOf" srcId="{8A79AA2B-D2E3-4AB1-A0D2-EE3F01263BD3}" destId="{23B15D29-DD39-4004-A012-9A3CA3B52E76}" srcOrd="0" destOrd="0" presId="urn:microsoft.com/office/officeart/2005/8/layout/vProcess5"/>
    <dgm:cxn modelId="{925F7026-1AF2-44B5-85CE-712DC7C3A993}" type="presOf" srcId="{966C5F58-B362-4988-9E6D-9C686AA4DDC5}" destId="{E8F12557-5745-4A72-84C0-776779581A04}" srcOrd="1" destOrd="0" presId="urn:microsoft.com/office/officeart/2005/8/layout/vProcess5"/>
    <dgm:cxn modelId="{4E4E7128-F982-4FA8-A02F-147CFC3DE404}" type="presOf" srcId="{302532F7-6FC9-425C-857D-37C57FFBFC09}" destId="{89A93087-FFEF-44C8-A454-533F6BD4BE16}" srcOrd="0" destOrd="0" presId="urn:microsoft.com/office/officeart/2005/8/layout/vProcess5"/>
    <dgm:cxn modelId="{D3E26E29-1783-49EF-A8BF-F630D50819F2}" type="presOf" srcId="{8E976C86-681C-494E-8B9A-F7D0C642E0CF}" destId="{F07F7E66-ACA1-4D97-B44C-8A4065FD2749}" srcOrd="1" destOrd="0" presId="urn:microsoft.com/office/officeart/2005/8/layout/vProcess5"/>
    <dgm:cxn modelId="{E726D72C-1C9C-447E-A384-CB88FE420BDD}" type="presOf" srcId="{40D17C95-362A-4042-983B-4BA5BC55E9FC}" destId="{3E019823-52F8-4E2A-BEF7-040BEB04FF30}" srcOrd="1" destOrd="0" presId="urn:microsoft.com/office/officeart/2005/8/layout/vProcess5"/>
    <dgm:cxn modelId="{1E25732D-4195-4EBF-A5D1-B91952975110}" type="presOf" srcId="{8E976C86-681C-494E-8B9A-F7D0C642E0CF}" destId="{E4105731-7C40-43D3-A292-77D23C509EDC}" srcOrd="0" destOrd="0" presId="urn:microsoft.com/office/officeart/2005/8/layout/vProcess5"/>
    <dgm:cxn modelId="{7B21255C-AA7E-4697-983F-2FAF2011B649}" type="presOf" srcId="{966C5F58-B362-4988-9E6D-9C686AA4DDC5}" destId="{71060C32-732E-4570-9925-97B970F79E3F}" srcOrd="0" destOrd="0" presId="urn:microsoft.com/office/officeart/2005/8/layout/vProcess5"/>
    <dgm:cxn modelId="{B5CD6945-C1FC-4820-A68C-F023EF063B4E}" srcId="{8A79AA2B-D2E3-4AB1-A0D2-EE3F01263BD3}" destId="{302532F7-6FC9-425C-857D-37C57FFBFC09}" srcOrd="2" destOrd="0" parTransId="{DA078730-3A0C-417D-9549-F00913210050}" sibTransId="{C4DAE75A-5955-4B95-80F1-7F69BDF289AB}"/>
    <dgm:cxn modelId="{172EC27A-6E6D-46B4-92BC-0B71E27A869D}" type="presOf" srcId="{4637D597-BFF0-42CD-A536-34F89FC1C776}" destId="{91ACBCB4-4E59-46D6-A8FA-E4884911A9FB}" srcOrd="0" destOrd="0" presId="urn:microsoft.com/office/officeart/2005/8/layout/vProcess5"/>
    <dgm:cxn modelId="{A915B58F-1FEC-481A-8E6D-C7D90E6E8C12}" type="presOf" srcId="{8C556254-3AA6-4A13-BDB7-53D2CE289B68}" destId="{F1D02BA5-90D1-4768-9A3E-79C3C1E1D954}" srcOrd="1" destOrd="0" presId="urn:microsoft.com/office/officeart/2005/8/layout/vProcess5"/>
    <dgm:cxn modelId="{1D42B29B-7C7E-48A2-B34F-2F7A1C4BA1E4}" type="presOf" srcId="{C9BC4F97-CED1-4D4D-AE19-5F3CC18A3A57}" destId="{7BD2A2A3-3B5C-4405-9782-EC8DC4949082}" srcOrd="0" destOrd="0" presId="urn:microsoft.com/office/officeart/2005/8/layout/vProcess5"/>
    <dgm:cxn modelId="{4492E3C6-8339-4A33-8F32-BD9C5F6E5FA0}" srcId="{8A79AA2B-D2E3-4AB1-A0D2-EE3F01263BD3}" destId="{40D17C95-362A-4042-983B-4BA5BC55E9FC}" srcOrd="0" destOrd="0" parTransId="{83FE5BF0-A7B5-40EC-B912-9ED42246B16F}" sibTransId="{C9BC4F97-CED1-4D4D-AE19-5F3CC18A3A57}"/>
    <dgm:cxn modelId="{6FC487C8-2FCD-49D1-8EF2-1A7DD2F47519}" type="presOf" srcId="{302532F7-6FC9-425C-857D-37C57FFBFC09}" destId="{1183091B-29CF-4FDB-8C1D-CBE95B418356}" srcOrd="1" destOrd="0" presId="urn:microsoft.com/office/officeart/2005/8/layout/vProcess5"/>
    <dgm:cxn modelId="{208C53DD-BD0E-429A-8108-DF72AFBB67EB}" srcId="{8A79AA2B-D2E3-4AB1-A0D2-EE3F01263BD3}" destId="{966C5F58-B362-4988-9E6D-9C686AA4DDC5}" srcOrd="4" destOrd="0" parTransId="{19851F6C-D6D0-423E-B95A-9B01C2A23630}" sibTransId="{701ACA32-0292-4F36-945A-877071EA1460}"/>
    <dgm:cxn modelId="{E11FF0E1-BE5A-4F97-8C3F-FBC05A599162}" type="presOf" srcId="{C4DAE75A-5955-4B95-80F1-7F69BDF289AB}" destId="{D532E3CD-891B-49BA-A35E-FB16B3DE5A44}" srcOrd="0" destOrd="0" presId="urn:microsoft.com/office/officeart/2005/8/layout/vProcess5"/>
    <dgm:cxn modelId="{FA421DE5-70B0-4629-AB8E-CDD0AF231675}" type="presOf" srcId="{40D17C95-362A-4042-983B-4BA5BC55E9FC}" destId="{32826006-42FF-4229-B3D3-9C142A71240A}" srcOrd="0" destOrd="0" presId="urn:microsoft.com/office/officeart/2005/8/layout/vProcess5"/>
    <dgm:cxn modelId="{ADCC6107-4558-43B4-826B-19B6EFB0D2D3}" type="presParOf" srcId="{23B15D29-DD39-4004-A012-9A3CA3B52E76}" destId="{A4616803-CFAC-4F04-BB73-BDCD7619F6EF}" srcOrd="0" destOrd="0" presId="urn:microsoft.com/office/officeart/2005/8/layout/vProcess5"/>
    <dgm:cxn modelId="{6ED3EF4C-97C4-4B1C-ACD2-613873CC40CC}" type="presParOf" srcId="{23B15D29-DD39-4004-A012-9A3CA3B52E76}" destId="{32826006-42FF-4229-B3D3-9C142A71240A}" srcOrd="1" destOrd="0" presId="urn:microsoft.com/office/officeart/2005/8/layout/vProcess5"/>
    <dgm:cxn modelId="{3D9B05B7-D8EE-4861-BD42-DAECAA1FB167}" type="presParOf" srcId="{23B15D29-DD39-4004-A012-9A3CA3B52E76}" destId="{8F82B853-2771-457A-A618-3485B9EB0334}" srcOrd="2" destOrd="0" presId="urn:microsoft.com/office/officeart/2005/8/layout/vProcess5"/>
    <dgm:cxn modelId="{B9440C2F-24BF-4955-8962-8F247D649BBC}" type="presParOf" srcId="{23B15D29-DD39-4004-A012-9A3CA3B52E76}" destId="{89A93087-FFEF-44C8-A454-533F6BD4BE16}" srcOrd="3" destOrd="0" presId="urn:microsoft.com/office/officeart/2005/8/layout/vProcess5"/>
    <dgm:cxn modelId="{320899EA-F0C3-4F6D-B3C1-C0A36BC6C598}" type="presParOf" srcId="{23B15D29-DD39-4004-A012-9A3CA3B52E76}" destId="{E4105731-7C40-43D3-A292-77D23C509EDC}" srcOrd="4" destOrd="0" presId="urn:microsoft.com/office/officeart/2005/8/layout/vProcess5"/>
    <dgm:cxn modelId="{5DF5D610-0C18-4D12-BE3A-922D2175FE8D}" type="presParOf" srcId="{23B15D29-DD39-4004-A012-9A3CA3B52E76}" destId="{71060C32-732E-4570-9925-97B970F79E3F}" srcOrd="5" destOrd="0" presId="urn:microsoft.com/office/officeart/2005/8/layout/vProcess5"/>
    <dgm:cxn modelId="{4388B790-E524-454E-9D51-1ABF25BE8728}" type="presParOf" srcId="{23B15D29-DD39-4004-A012-9A3CA3B52E76}" destId="{7BD2A2A3-3B5C-4405-9782-EC8DC4949082}" srcOrd="6" destOrd="0" presId="urn:microsoft.com/office/officeart/2005/8/layout/vProcess5"/>
    <dgm:cxn modelId="{34610058-0D43-45F2-9343-2F9050C773EF}" type="presParOf" srcId="{23B15D29-DD39-4004-A012-9A3CA3B52E76}" destId="{4A5D10BB-0A0E-4E2D-9C67-818A732C082E}" srcOrd="7" destOrd="0" presId="urn:microsoft.com/office/officeart/2005/8/layout/vProcess5"/>
    <dgm:cxn modelId="{78E5DB3D-68FB-4746-B04B-D85526968F88}" type="presParOf" srcId="{23B15D29-DD39-4004-A012-9A3CA3B52E76}" destId="{D532E3CD-891B-49BA-A35E-FB16B3DE5A44}" srcOrd="8" destOrd="0" presId="urn:microsoft.com/office/officeart/2005/8/layout/vProcess5"/>
    <dgm:cxn modelId="{553220F8-DD80-4307-9408-507E41DB3116}" type="presParOf" srcId="{23B15D29-DD39-4004-A012-9A3CA3B52E76}" destId="{91ACBCB4-4E59-46D6-A8FA-E4884911A9FB}" srcOrd="9" destOrd="0" presId="urn:microsoft.com/office/officeart/2005/8/layout/vProcess5"/>
    <dgm:cxn modelId="{A91730DD-4F39-46CF-AE4F-4170047EC935}" type="presParOf" srcId="{23B15D29-DD39-4004-A012-9A3CA3B52E76}" destId="{3E019823-52F8-4E2A-BEF7-040BEB04FF30}" srcOrd="10" destOrd="0" presId="urn:microsoft.com/office/officeart/2005/8/layout/vProcess5"/>
    <dgm:cxn modelId="{07C95F50-ED23-4A3C-9983-981B4057EA44}" type="presParOf" srcId="{23B15D29-DD39-4004-A012-9A3CA3B52E76}" destId="{F1D02BA5-90D1-4768-9A3E-79C3C1E1D954}" srcOrd="11" destOrd="0" presId="urn:microsoft.com/office/officeart/2005/8/layout/vProcess5"/>
    <dgm:cxn modelId="{83A5DE93-1500-4267-8816-2FC744AAF840}" type="presParOf" srcId="{23B15D29-DD39-4004-A012-9A3CA3B52E76}" destId="{1183091B-29CF-4FDB-8C1D-CBE95B418356}" srcOrd="12" destOrd="0" presId="urn:microsoft.com/office/officeart/2005/8/layout/vProcess5"/>
    <dgm:cxn modelId="{8A701DF3-E438-4B38-9CE0-5D0A89EFAC21}" type="presParOf" srcId="{23B15D29-DD39-4004-A012-9A3CA3B52E76}" destId="{F07F7E66-ACA1-4D97-B44C-8A4065FD2749}" srcOrd="13" destOrd="0" presId="urn:microsoft.com/office/officeart/2005/8/layout/vProcess5"/>
    <dgm:cxn modelId="{F9D3E9FB-5C48-4208-884A-C4BF2DA4E7C0}" type="presParOf" srcId="{23B15D29-DD39-4004-A012-9A3CA3B52E76}" destId="{E8F12557-5745-4A72-84C0-776779581A0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B6F7DA-53EB-4F0F-8B8E-6FF1C777069F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506EB9E-AB1D-426D-B5BA-33C6231EDD9C}">
      <dgm:prSet phldrT="[Text]" custT="1"/>
      <dgm:spPr/>
      <dgm:t>
        <a:bodyPr/>
        <a:lstStyle/>
        <a:p>
          <a:r>
            <a:rPr lang="en-US" sz="5200" b="1" dirty="0"/>
            <a:t>Big Data: New Insights into Help-Seeking, Not-Yet-Diagnosed Populations.</a:t>
          </a:r>
        </a:p>
      </dgm:t>
    </dgm:pt>
    <dgm:pt modelId="{A93FFAF3-A0F7-4B7F-A50E-0EC9CC6DE48D}" type="parTrans" cxnId="{55B80236-16EC-4991-BCC8-B80951A2AB8C}">
      <dgm:prSet/>
      <dgm:spPr/>
      <dgm:t>
        <a:bodyPr/>
        <a:lstStyle/>
        <a:p>
          <a:endParaRPr lang="en-US"/>
        </a:p>
      </dgm:t>
    </dgm:pt>
    <dgm:pt modelId="{D8326D37-0CCF-4BD6-A265-CA6A0089B5A9}" type="sibTrans" cxnId="{55B80236-16EC-4991-BCC8-B80951A2AB8C}">
      <dgm:prSet/>
      <dgm:spPr/>
      <dgm:t>
        <a:bodyPr/>
        <a:lstStyle/>
        <a:p>
          <a:endParaRPr lang="en-US"/>
        </a:p>
      </dgm:t>
    </dgm:pt>
    <dgm:pt modelId="{27AF785D-7B5D-4323-853A-8AF2EB4DA0BC}">
      <dgm:prSet/>
      <dgm:spPr/>
      <dgm:t>
        <a:bodyPr/>
        <a:lstStyle/>
        <a:p>
          <a:r>
            <a:rPr lang="en-US" b="1" dirty="0"/>
            <a:t>Planning and Evaluation: Special URLs for Population Tracking.</a:t>
          </a:r>
        </a:p>
      </dgm:t>
    </dgm:pt>
    <dgm:pt modelId="{E3D78C4E-F371-485A-9007-5205A84C5AEF}" type="parTrans" cxnId="{A681FCA7-9BEF-47E5-B682-B4040CA6FA77}">
      <dgm:prSet/>
      <dgm:spPr/>
      <dgm:t>
        <a:bodyPr/>
        <a:lstStyle/>
        <a:p>
          <a:endParaRPr lang="en-US"/>
        </a:p>
      </dgm:t>
    </dgm:pt>
    <dgm:pt modelId="{43F850E4-AA05-4D93-871E-08DF71260D22}" type="sibTrans" cxnId="{A681FCA7-9BEF-47E5-B682-B4040CA6FA77}">
      <dgm:prSet/>
      <dgm:spPr/>
      <dgm:t>
        <a:bodyPr/>
        <a:lstStyle/>
        <a:p>
          <a:endParaRPr lang="en-US"/>
        </a:p>
      </dgm:t>
    </dgm:pt>
    <dgm:pt modelId="{8A49DB30-96A5-4234-9072-5DF5E3F8DA11}">
      <dgm:prSet/>
      <dgm:spPr/>
      <dgm:t>
        <a:bodyPr/>
        <a:lstStyle/>
        <a:p>
          <a:r>
            <a:rPr lang="en-US" b="1" dirty="0"/>
            <a:t>Anticipating the Needs of Individuals and Delivering Targeted Services.</a:t>
          </a:r>
        </a:p>
      </dgm:t>
    </dgm:pt>
    <dgm:pt modelId="{C302F5A9-02E6-404B-ABA0-3DB77228F9A7}" type="parTrans" cxnId="{7869BD91-70BF-4786-BD93-F52A1F14A32D}">
      <dgm:prSet/>
      <dgm:spPr/>
      <dgm:t>
        <a:bodyPr/>
        <a:lstStyle/>
        <a:p>
          <a:endParaRPr lang="en-US"/>
        </a:p>
      </dgm:t>
    </dgm:pt>
    <dgm:pt modelId="{E850AE37-315B-4DA9-B669-51E4460788F0}" type="sibTrans" cxnId="{7869BD91-70BF-4786-BD93-F52A1F14A32D}">
      <dgm:prSet/>
      <dgm:spPr/>
      <dgm:t>
        <a:bodyPr/>
        <a:lstStyle/>
        <a:p>
          <a:endParaRPr lang="en-US"/>
        </a:p>
      </dgm:t>
    </dgm:pt>
    <dgm:pt modelId="{71CD8690-30CF-417C-B41C-945E618EF2F3}" type="pres">
      <dgm:prSet presAssocID="{6BB6F7DA-53EB-4F0F-8B8E-6FF1C777069F}" presName="Name0" presStyleCnt="0">
        <dgm:presLayoutVars>
          <dgm:chMax val="7"/>
          <dgm:chPref val="7"/>
          <dgm:dir/>
        </dgm:presLayoutVars>
      </dgm:prSet>
      <dgm:spPr/>
    </dgm:pt>
    <dgm:pt modelId="{0163E949-E0C6-4F34-80C6-D9294861FD1C}" type="pres">
      <dgm:prSet presAssocID="{6BB6F7DA-53EB-4F0F-8B8E-6FF1C777069F}" presName="Name1" presStyleCnt="0"/>
      <dgm:spPr/>
    </dgm:pt>
    <dgm:pt modelId="{D06912C3-CD03-4BAE-98B9-01DA0FA6E7A5}" type="pres">
      <dgm:prSet presAssocID="{6BB6F7DA-53EB-4F0F-8B8E-6FF1C777069F}" presName="cycle" presStyleCnt="0"/>
      <dgm:spPr/>
    </dgm:pt>
    <dgm:pt modelId="{BFEB3D1C-0AF0-4B1D-923B-0E7495BDA3D0}" type="pres">
      <dgm:prSet presAssocID="{6BB6F7DA-53EB-4F0F-8B8E-6FF1C777069F}" presName="srcNode" presStyleLbl="node1" presStyleIdx="0" presStyleCnt="3"/>
      <dgm:spPr/>
    </dgm:pt>
    <dgm:pt modelId="{08912207-D33A-4EE4-9FDD-D2B9F5660957}" type="pres">
      <dgm:prSet presAssocID="{6BB6F7DA-53EB-4F0F-8B8E-6FF1C777069F}" presName="conn" presStyleLbl="parChTrans1D2" presStyleIdx="0" presStyleCnt="1"/>
      <dgm:spPr/>
    </dgm:pt>
    <dgm:pt modelId="{76207911-94FE-4AD9-B93D-A019CA0FD7A4}" type="pres">
      <dgm:prSet presAssocID="{6BB6F7DA-53EB-4F0F-8B8E-6FF1C777069F}" presName="extraNode" presStyleLbl="node1" presStyleIdx="0" presStyleCnt="3"/>
      <dgm:spPr/>
    </dgm:pt>
    <dgm:pt modelId="{0B148965-51B6-4F14-9C14-EC0FB91B6206}" type="pres">
      <dgm:prSet presAssocID="{6BB6F7DA-53EB-4F0F-8B8E-6FF1C777069F}" presName="dstNode" presStyleLbl="node1" presStyleIdx="0" presStyleCnt="3"/>
      <dgm:spPr/>
    </dgm:pt>
    <dgm:pt modelId="{FE110D69-3ED5-4B43-B156-C0788EE232E1}" type="pres">
      <dgm:prSet presAssocID="{D506EB9E-AB1D-426D-B5BA-33C6231EDD9C}" presName="text_1" presStyleLbl="node1" presStyleIdx="0" presStyleCnt="3">
        <dgm:presLayoutVars>
          <dgm:bulletEnabled val="1"/>
        </dgm:presLayoutVars>
      </dgm:prSet>
      <dgm:spPr/>
    </dgm:pt>
    <dgm:pt modelId="{03488CCA-DEF6-4C42-AD26-544A4E7531EE}" type="pres">
      <dgm:prSet presAssocID="{D506EB9E-AB1D-426D-B5BA-33C6231EDD9C}" presName="accent_1" presStyleCnt="0"/>
      <dgm:spPr/>
    </dgm:pt>
    <dgm:pt modelId="{AC10F409-AE95-4422-935B-13F5062C495E}" type="pres">
      <dgm:prSet presAssocID="{D506EB9E-AB1D-426D-B5BA-33C6231EDD9C}" presName="accentRepeatNode" presStyleLbl="solidFgAcc1" presStyleIdx="0" presStyleCnt="3"/>
      <dgm:spPr/>
    </dgm:pt>
    <dgm:pt modelId="{E2F7CF95-2647-4C00-811B-08DA1CE8261C}" type="pres">
      <dgm:prSet presAssocID="{27AF785D-7B5D-4323-853A-8AF2EB4DA0BC}" presName="text_2" presStyleLbl="node1" presStyleIdx="1" presStyleCnt="3">
        <dgm:presLayoutVars>
          <dgm:bulletEnabled val="1"/>
        </dgm:presLayoutVars>
      </dgm:prSet>
      <dgm:spPr/>
    </dgm:pt>
    <dgm:pt modelId="{1A212E79-88CC-44F8-B5BE-80F7D9FE89A2}" type="pres">
      <dgm:prSet presAssocID="{27AF785D-7B5D-4323-853A-8AF2EB4DA0BC}" presName="accent_2" presStyleCnt="0"/>
      <dgm:spPr/>
    </dgm:pt>
    <dgm:pt modelId="{2D2B0282-58D2-4E9C-BC40-39689F287697}" type="pres">
      <dgm:prSet presAssocID="{27AF785D-7B5D-4323-853A-8AF2EB4DA0BC}" presName="accentRepeatNode" presStyleLbl="solidFgAcc1" presStyleIdx="1" presStyleCnt="3"/>
      <dgm:spPr/>
    </dgm:pt>
    <dgm:pt modelId="{D63CBFD0-F02E-4FCD-933D-ACCD6AAD9F2E}" type="pres">
      <dgm:prSet presAssocID="{8A49DB30-96A5-4234-9072-5DF5E3F8DA11}" presName="text_3" presStyleLbl="node1" presStyleIdx="2" presStyleCnt="3">
        <dgm:presLayoutVars>
          <dgm:bulletEnabled val="1"/>
        </dgm:presLayoutVars>
      </dgm:prSet>
      <dgm:spPr/>
    </dgm:pt>
    <dgm:pt modelId="{5D31D638-476B-47F1-BC2E-EF0555FD8A1F}" type="pres">
      <dgm:prSet presAssocID="{8A49DB30-96A5-4234-9072-5DF5E3F8DA11}" presName="accent_3" presStyleCnt="0"/>
      <dgm:spPr/>
    </dgm:pt>
    <dgm:pt modelId="{80AE707E-CD9C-4DE6-A6C1-C1BFB628F608}" type="pres">
      <dgm:prSet presAssocID="{8A49DB30-96A5-4234-9072-5DF5E3F8DA11}" presName="accentRepeatNode" presStyleLbl="solidFgAcc1" presStyleIdx="2" presStyleCnt="3"/>
      <dgm:spPr/>
    </dgm:pt>
  </dgm:ptLst>
  <dgm:cxnLst>
    <dgm:cxn modelId="{2AAFF635-314D-4FD6-8D7A-DF63681BB618}" type="presOf" srcId="{D8326D37-0CCF-4BD6-A265-CA6A0089B5A9}" destId="{08912207-D33A-4EE4-9FDD-D2B9F5660957}" srcOrd="0" destOrd="0" presId="urn:microsoft.com/office/officeart/2008/layout/VerticalCurvedList"/>
    <dgm:cxn modelId="{55B80236-16EC-4991-BCC8-B80951A2AB8C}" srcId="{6BB6F7DA-53EB-4F0F-8B8E-6FF1C777069F}" destId="{D506EB9E-AB1D-426D-B5BA-33C6231EDD9C}" srcOrd="0" destOrd="0" parTransId="{A93FFAF3-A0F7-4B7F-A50E-0EC9CC6DE48D}" sibTransId="{D8326D37-0CCF-4BD6-A265-CA6A0089B5A9}"/>
    <dgm:cxn modelId="{16F55C80-03D5-454F-9C3B-B800AD7401B5}" type="presOf" srcId="{27AF785D-7B5D-4323-853A-8AF2EB4DA0BC}" destId="{E2F7CF95-2647-4C00-811B-08DA1CE8261C}" srcOrd="0" destOrd="0" presId="urn:microsoft.com/office/officeart/2008/layout/VerticalCurvedList"/>
    <dgm:cxn modelId="{D20B898A-2BA2-43B7-B6EF-0B0A5C0A78FF}" type="presOf" srcId="{D506EB9E-AB1D-426D-B5BA-33C6231EDD9C}" destId="{FE110D69-3ED5-4B43-B156-C0788EE232E1}" srcOrd="0" destOrd="0" presId="urn:microsoft.com/office/officeart/2008/layout/VerticalCurvedList"/>
    <dgm:cxn modelId="{7869BD91-70BF-4786-BD93-F52A1F14A32D}" srcId="{6BB6F7DA-53EB-4F0F-8B8E-6FF1C777069F}" destId="{8A49DB30-96A5-4234-9072-5DF5E3F8DA11}" srcOrd="2" destOrd="0" parTransId="{C302F5A9-02E6-404B-ABA0-3DB77228F9A7}" sibTransId="{E850AE37-315B-4DA9-B669-51E4460788F0}"/>
    <dgm:cxn modelId="{A681FCA7-9BEF-47E5-B682-B4040CA6FA77}" srcId="{6BB6F7DA-53EB-4F0F-8B8E-6FF1C777069F}" destId="{27AF785D-7B5D-4323-853A-8AF2EB4DA0BC}" srcOrd="1" destOrd="0" parTransId="{E3D78C4E-F371-485A-9007-5205A84C5AEF}" sibTransId="{43F850E4-AA05-4D93-871E-08DF71260D22}"/>
    <dgm:cxn modelId="{A10E5EB0-299C-426C-8AD1-A03A5ADDC653}" type="presOf" srcId="{8A49DB30-96A5-4234-9072-5DF5E3F8DA11}" destId="{D63CBFD0-F02E-4FCD-933D-ACCD6AAD9F2E}" srcOrd="0" destOrd="0" presId="urn:microsoft.com/office/officeart/2008/layout/VerticalCurvedList"/>
    <dgm:cxn modelId="{FFE687F7-1838-4ABC-9B7F-56621E272AF5}" type="presOf" srcId="{6BB6F7DA-53EB-4F0F-8B8E-6FF1C777069F}" destId="{71CD8690-30CF-417C-B41C-945E618EF2F3}" srcOrd="0" destOrd="0" presId="urn:microsoft.com/office/officeart/2008/layout/VerticalCurvedList"/>
    <dgm:cxn modelId="{A774FDF8-1322-4E95-AC71-FF47FE242E24}" type="presParOf" srcId="{71CD8690-30CF-417C-B41C-945E618EF2F3}" destId="{0163E949-E0C6-4F34-80C6-D9294861FD1C}" srcOrd="0" destOrd="0" presId="urn:microsoft.com/office/officeart/2008/layout/VerticalCurvedList"/>
    <dgm:cxn modelId="{25764AF5-67C3-414B-BD96-C874315D707A}" type="presParOf" srcId="{0163E949-E0C6-4F34-80C6-D9294861FD1C}" destId="{D06912C3-CD03-4BAE-98B9-01DA0FA6E7A5}" srcOrd="0" destOrd="0" presId="urn:microsoft.com/office/officeart/2008/layout/VerticalCurvedList"/>
    <dgm:cxn modelId="{4009C284-9140-48F6-9142-A28D6FE19FE1}" type="presParOf" srcId="{D06912C3-CD03-4BAE-98B9-01DA0FA6E7A5}" destId="{BFEB3D1C-0AF0-4B1D-923B-0E7495BDA3D0}" srcOrd="0" destOrd="0" presId="urn:microsoft.com/office/officeart/2008/layout/VerticalCurvedList"/>
    <dgm:cxn modelId="{35031DEB-51AB-4342-85A8-B687300FD5F9}" type="presParOf" srcId="{D06912C3-CD03-4BAE-98B9-01DA0FA6E7A5}" destId="{08912207-D33A-4EE4-9FDD-D2B9F5660957}" srcOrd="1" destOrd="0" presId="urn:microsoft.com/office/officeart/2008/layout/VerticalCurvedList"/>
    <dgm:cxn modelId="{A7A02027-F648-4B9D-A5E8-3719B1FC44EA}" type="presParOf" srcId="{D06912C3-CD03-4BAE-98B9-01DA0FA6E7A5}" destId="{76207911-94FE-4AD9-B93D-A019CA0FD7A4}" srcOrd="2" destOrd="0" presId="urn:microsoft.com/office/officeart/2008/layout/VerticalCurvedList"/>
    <dgm:cxn modelId="{F25BE73D-FFC7-448E-9540-324E5A86933B}" type="presParOf" srcId="{D06912C3-CD03-4BAE-98B9-01DA0FA6E7A5}" destId="{0B148965-51B6-4F14-9C14-EC0FB91B6206}" srcOrd="3" destOrd="0" presId="urn:microsoft.com/office/officeart/2008/layout/VerticalCurvedList"/>
    <dgm:cxn modelId="{D0136A94-BD93-4061-9C96-AB1D8D300889}" type="presParOf" srcId="{0163E949-E0C6-4F34-80C6-D9294861FD1C}" destId="{FE110D69-3ED5-4B43-B156-C0788EE232E1}" srcOrd="1" destOrd="0" presId="urn:microsoft.com/office/officeart/2008/layout/VerticalCurvedList"/>
    <dgm:cxn modelId="{184C0317-EAA0-43CB-B08E-D6F122072B83}" type="presParOf" srcId="{0163E949-E0C6-4F34-80C6-D9294861FD1C}" destId="{03488CCA-DEF6-4C42-AD26-544A4E7531EE}" srcOrd="2" destOrd="0" presId="urn:microsoft.com/office/officeart/2008/layout/VerticalCurvedList"/>
    <dgm:cxn modelId="{179D75B3-B11B-4B6B-97ED-90CDD2AF7988}" type="presParOf" srcId="{03488CCA-DEF6-4C42-AD26-544A4E7531EE}" destId="{AC10F409-AE95-4422-935B-13F5062C495E}" srcOrd="0" destOrd="0" presId="urn:microsoft.com/office/officeart/2008/layout/VerticalCurvedList"/>
    <dgm:cxn modelId="{63C0DEA7-8FDE-42BF-8BF2-FAFDDE61FE17}" type="presParOf" srcId="{0163E949-E0C6-4F34-80C6-D9294861FD1C}" destId="{E2F7CF95-2647-4C00-811B-08DA1CE8261C}" srcOrd="3" destOrd="0" presId="urn:microsoft.com/office/officeart/2008/layout/VerticalCurvedList"/>
    <dgm:cxn modelId="{FA0B5F3F-139D-44E8-89C8-4788983B627E}" type="presParOf" srcId="{0163E949-E0C6-4F34-80C6-D9294861FD1C}" destId="{1A212E79-88CC-44F8-B5BE-80F7D9FE89A2}" srcOrd="4" destOrd="0" presId="urn:microsoft.com/office/officeart/2008/layout/VerticalCurvedList"/>
    <dgm:cxn modelId="{0A4B4DF5-84DE-45F4-89E6-4338CF4A1CA4}" type="presParOf" srcId="{1A212E79-88CC-44F8-B5BE-80F7D9FE89A2}" destId="{2D2B0282-58D2-4E9C-BC40-39689F287697}" srcOrd="0" destOrd="0" presId="urn:microsoft.com/office/officeart/2008/layout/VerticalCurvedList"/>
    <dgm:cxn modelId="{D447E0CD-3EF2-4963-A267-186D2D2F469B}" type="presParOf" srcId="{0163E949-E0C6-4F34-80C6-D9294861FD1C}" destId="{D63CBFD0-F02E-4FCD-933D-ACCD6AAD9F2E}" srcOrd="5" destOrd="0" presId="urn:microsoft.com/office/officeart/2008/layout/VerticalCurvedList"/>
    <dgm:cxn modelId="{2F15347D-99CC-4816-9171-8A826A689639}" type="presParOf" srcId="{0163E949-E0C6-4F34-80C6-D9294861FD1C}" destId="{5D31D638-476B-47F1-BC2E-EF0555FD8A1F}" srcOrd="6" destOrd="0" presId="urn:microsoft.com/office/officeart/2008/layout/VerticalCurvedList"/>
    <dgm:cxn modelId="{41D2361F-C2A3-4D2E-945F-91D4E7E84891}" type="presParOf" srcId="{5D31D638-476B-47F1-BC2E-EF0555FD8A1F}" destId="{80AE707E-CD9C-4DE6-A6C1-C1BFB628F60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C82FA8-017D-4555-A39F-BC0505B0B841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A81DE6D-61E3-416B-960B-B2355C9BCA94}">
      <dgm:prSet/>
      <dgm:spPr/>
      <dgm:t>
        <a:bodyPr/>
        <a:lstStyle/>
        <a:p>
          <a:r>
            <a:rPr lang="en-US" b="1" dirty="0"/>
            <a:t>72% of psychosis screeners scored at risk for psychosis. </a:t>
          </a:r>
          <a:endParaRPr lang="en-US" dirty="0"/>
        </a:p>
      </dgm:t>
    </dgm:pt>
    <dgm:pt modelId="{CFC5FFF0-2C38-46A1-B6EE-653C661827E4}" type="parTrans" cxnId="{269627B8-B9E7-4196-8BBA-CBCCA721FC9E}">
      <dgm:prSet/>
      <dgm:spPr/>
      <dgm:t>
        <a:bodyPr/>
        <a:lstStyle/>
        <a:p>
          <a:endParaRPr lang="en-US"/>
        </a:p>
      </dgm:t>
    </dgm:pt>
    <dgm:pt modelId="{0AC36F56-1AA8-41F1-93EB-B8152F4B8480}" type="sibTrans" cxnId="{269627B8-B9E7-4196-8BBA-CBCCA721FC9E}">
      <dgm:prSet/>
      <dgm:spPr/>
      <dgm:t>
        <a:bodyPr/>
        <a:lstStyle/>
        <a:p>
          <a:endParaRPr lang="en-US"/>
        </a:p>
      </dgm:t>
    </dgm:pt>
    <dgm:pt modelId="{B27BFF9F-9AF8-4195-951A-499329E4C669}">
      <dgm:prSet/>
      <dgm:spPr/>
      <dgm:t>
        <a:bodyPr/>
        <a:lstStyle/>
        <a:p>
          <a:r>
            <a:rPr lang="en-US" b="1" dirty="0"/>
            <a:t>26% of individuals over 45 have household incomes over $80,000 versus 16% of those under 45. </a:t>
          </a:r>
          <a:endParaRPr lang="en-US" dirty="0"/>
        </a:p>
      </dgm:t>
    </dgm:pt>
    <dgm:pt modelId="{7ED3204F-A47D-49BE-86E1-A3EFF9978C87}" type="parTrans" cxnId="{4A6754CF-4940-4A63-AB15-0F936764BCAE}">
      <dgm:prSet/>
      <dgm:spPr/>
      <dgm:t>
        <a:bodyPr/>
        <a:lstStyle/>
        <a:p>
          <a:endParaRPr lang="en-US"/>
        </a:p>
      </dgm:t>
    </dgm:pt>
    <dgm:pt modelId="{CA6D8245-587F-4D5F-9194-A668E7EB572B}" type="sibTrans" cxnId="{4A6754CF-4940-4A63-AB15-0F936764BCAE}">
      <dgm:prSet/>
      <dgm:spPr/>
      <dgm:t>
        <a:bodyPr/>
        <a:lstStyle/>
        <a:p>
          <a:endParaRPr lang="en-US"/>
        </a:p>
      </dgm:t>
    </dgm:pt>
    <dgm:pt modelId="{A9A9CA07-1FCD-4881-B310-02C6E25719FA}">
      <dgm:prSet/>
      <dgm:spPr/>
      <dgm:t>
        <a:bodyPr/>
        <a:lstStyle/>
        <a:p>
          <a:r>
            <a:rPr lang="en-US" b="1" dirty="0"/>
            <a:t>29% report arthritis or chronic pain as a comorbid health condition. </a:t>
          </a:r>
          <a:endParaRPr lang="en-US" dirty="0"/>
        </a:p>
      </dgm:t>
    </dgm:pt>
    <dgm:pt modelId="{9F04507D-6EB1-4108-AF13-52F8126FB3C2}" type="parTrans" cxnId="{0FACFB20-4A7B-40B8-AB5B-C21E5A905CFE}">
      <dgm:prSet/>
      <dgm:spPr/>
      <dgm:t>
        <a:bodyPr/>
        <a:lstStyle/>
        <a:p>
          <a:endParaRPr lang="en-US"/>
        </a:p>
      </dgm:t>
    </dgm:pt>
    <dgm:pt modelId="{85701800-DB59-442F-B352-B595878E0924}" type="sibTrans" cxnId="{0FACFB20-4A7B-40B8-AB5B-C21E5A905CFE}">
      <dgm:prSet/>
      <dgm:spPr/>
      <dgm:t>
        <a:bodyPr/>
        <a:lstStyle/>
        <a:p>
          <a:endParaRPr lang="en-US"/>
        </a:p>
      </dgm:t>
    </dgm:pt>
    <dgm:pt modelId="{0FAC40ED-ED5E-4D0D-B7CD-341BA38A2143}">
      <dgm:prSet/>
      <dgm:spPr/>
      <dgm:t>
        <a:bodyPr/>
        <a:lstStyle/>
        <a:p>
          <a:r>
            <a:rPr lang="en-US" b="1" dirty="0"/>
            <a:t>More than any other options, individuals say they’re planning on taking no next step or discussing the results with another person (29% for both).</a:t>
          </a:r>
          <a:endParaRPr lang="en-US" dirty="0"/>
        </a:p>
      </dgm:t>
    </dgm:pt>
    <dgm:pt modelId="{69858879-C2D3-4CF4-9993-7238B3217873}" type="parTrans" cxnId="{3C7C1432-F8D0-434F-BBFB-5A667F110117}">
      <dgm:prSet/>
      <dgm:spPr/>
      <dgm:t>
        <a:bodyPr/>
        <a:lstStyle/>
        <a:p>
          <a:endParaRPr lang="en-US"/>
        </a:p>
      </dgm:t>
    </dgm:pt>
    <dgm:pt modelId="{02CA96A5-68E5-4879-89AD-91567B0639AC}" type="sibTrans" cxnId="{3C7C1432-F8D0-434F-BBFB-5A667F110117}">
      <dgm:prSet/>
      <dgm:spPr/>
      <dgm:t>
        <a:bodyPr/>
        <a:lstStyle/>
        <a:p>
          <a:endParaRPr lang="en-US"/>
        </a:p>
      </dgm:t>
    </dgm:pt>
    <dgm:pt modelId="{13C926D3-ECDF-462C-A883-52E1452F57AC}" type="pres">
      <dgm:prSet presAssocID="{BFC82FA8-017D-4555-A39F-BC0505B0B841}" presName="matrix" presStyleCnt="0">
        <dgm:presLayoutVars>
          <dgm:chMax val="1"/>
          <dgm:dir/>
          <dgm:resizeHandles val="exact"/>
        </dgm:presLayoutVars>
      </dgm:prSet>
      <dgm:spPr/>
    </dgm:pt>
    <dgm:pt modelId="{7F22BA07-FAD7-4CA7-ADE3-F90B15CA66B0}" type="pres">
      <dgm:prSet presAssocID="{BFC82FA8-017D-4555-A39F-BC0505B0B841}" presName="diamond" presStyleLbl="bgShp" presStyleIdx="0" presStyleCnt="1"/>
      <dgm:spPr/>
    </dgm:pt>
    <dgm:pt modelId="{01190509-D515-4819-B24A-FBCD85662423}" type="pres">
      <dgm:prSet presAssocID="{BFC82FA8-017D-4555-A39F-BC0505B0B84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0B73DE1-B54F-494F-BF0C-F014A8188182}" type="pres">
      <dgm:prSet presAssocID="{BFC82FA8-017D-4555-A39F-BC0505B0B84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65AEF4D-8185-4CCC-81A8-CC57BDD88649}" type="pres">
      <dgm:prSet presAssocID="{BFC82FA8-017D-4555-A39F-BC0505B0B84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EF5999-B0D8-44B8-A5E9-5718CCF2116F}" type="pres">
      <dgm:prSet presAssocID="{BFC82FA8-017D-4555-A39F-BC0505B0B84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6645702-C7C1-467C-B2C5-8A6E93AE41E4}" type="presOf" srcId="{BFC82FA8-017D-4555-A39F-BC0505B0B841}" destId="{13C926D3-ECDF-462C-A883-52E1452F57AC}" srcOrd="0" destOrd="0" presId="urn:microsoft.com/office/officeart/2005/8/layout/matrix3"/>
    <dgm:cxn modelId="{366F7A06-4821-438D-B47C-2EF4BA7C70E6}" type="presOf" srcId="{B27BFF9F-9AF8-4195-951A-499329E4C669}" destId="{30B73DE1-B54F-494F-BF0C-F014A8188182}" srcOrd="0" destOrd="0" presId="urn:microsoft.com/office/officeart/2005/8/layout/matrix3"/>
    <dgm:cxn modelId="{0FACFB20-4A7B-40B8-AB5B-C21E5A905CFE}" srcId="{BFC82FA8-017D-4555-A39F-BC0505B0B841}" destId="{A9A9CA07-1FCD-4881-B310-02C6E25719FA}" srcOrd="2" destOrd="0" parTransId="{9F04507D-6EB1-4108-AF13-52F8126FB3C2}" sibTransId="{85701800-DB59-442F-B352-B595878E0924}"/>
    <dgm:cxn modelId="{3C7C1432-F8D0-434F-BBFB-5A667F110117}" srcId="{BFC82FA8-017D-4555-A39F-BC0505B0B841}" destId="{0FAC40ED-ED5E-4D0D-B7CD-341BA38A2143}" srcOrd="3" destOrd="0" parTransId="{69858879-C2D3-4CF4-9993-7238B3217873}" sibTransId="{02CA96A5-68E5-4879-89AD-91567B0639AC}"/>
    <dgm:cxn modelId="{BE046559-9E37-4947-843B-57A87FC6F643}" type="presOf" srcId="{A9A9CA07-1FCD-4881-B310-02C6E25719FA}" destId="{065AEF4D-8185-4CCC-81A8-CC57BDD88649}" srcOrd="0" destOrd="0" presId="urn:microsoft.com/office/officeart/2005/8/layout/matrix3"/>
    <dgm:cxn modelId="{CD0643AD-18A4-44D2-9B17-62C77DAC3603}" type="presOf" srcId="{FA81DE6D-61E3-416B-960B-B2355C9BCA94}" destId="{01190509-D515-4819-B24A-FBCD85662423}" srcOrd="0" destOrd="0" presId="urn:microsoft.com/office/officeart/2005/8/layout/matrix3"/>
    <dgm:cxn modelId="{269627B8-B9E7-4196-8BBA-CBCCA721FC9E}" srcId="{BFC82FA8-017D-4555-A39F-BC0505B0B841}" destId="{FA81DE6D-61E3-416B-960B-B2355C9BCA94}" srcOrd="0" destOrd="0" parTransId="{CFC5FFF0-2C38-46A1-B6EE-653C661827E4}" sibTransId="{0AC36F56-1AA8-41F1-93EB-B8152F4B8480}"/>
    <dgm:cxn modelId="{4A6754CF-4940-4A63-AB15-0F936764BCAE}" srcId="{BFC82FA8-017D-4555-A39F-BC0505B0B841}" destId="{B27BFF9F-9AF8-4195-951A-499329E4C669}" srcOrd="1" destOrd="0" parTransId="{7ED3204F-A47D-49BE-86E1-A3EFF9978C87}" sibTransId="{CA6D8245-587F-4D5F-9194-A668E7EB572B}"/>
    <dgm:cxn modelId="{8DA720D5-0164-456A-A0D1-54C0AAE80350}" type="presOf" srcId="{0FAC40ED-ED5E-4D0D-B7CD-341BA38A2143}" destId="{B1EF5999-B0D8-44B8-A5E9-5718CCF2116F}" srcOrd="0" destOrd="0" presId="urn:microsoft.com/office/officeart/2005/8/layout/matrix3"/>
    <dgm:cxn modelId="{7CBB9C0D-44F6-4962-9AE1-8FA9E966BF8F}" type="presParOf" srcId="{13C926D3-ECDF-462C-A883-52E1452F57AC}" destId="{7F22BA07-FAD7-4CA7-ADE3-F90B15CA66B0}" srcOrd="0" destOrd="0" presId="urn:microsoft.com/office/officeart/2005/8/layout/matrix3"/>
    <dgm:cxn modelId="{A500D298-6A24-44F0-AE65-28F92B39D101}" type="presParOf" srcId="{13C926D3-ECDF-462C-A883-52E1452F57AC}" destId="{01190509-D515-4819-B24A-FBCD85662423}" srcOrd="1" destOrd="0" presId="urn:microsoft.com/office/officeart/2005/8/layout/matrix3"/>
    <dgm:cxn modelId="{7606D27B-3425-4C42-BF6B-AD7F439FA0BF}" type="presParOf" srcId="{13C926D3-ECDF-462C-A883-52E1452F57AC}" destId="{30B73DE1-B54F-494F-BF0C-F014A8188182}" srcOrd="2" destOrd="0" presId="urn:microsoft.com/office/officeart/2005/8/layout/matrix3"/>
    <dgm:cxn modelId="{7CAB1EFD-E64F-48D3-9081-955BBC0CE46F}" type="presParOf" srcId="{13C926D3-ECDF-462C-A883-52E1452F57AC}" destId="{065AEF4D-8185-4CCC-81A8-CC57BDD88649}" srcOrd="3" destOrd="0" presId="urn:microsoft.com/office/officeart/2005/8/layout/matrix3"/>
    <dgm:cxn modelId="{32D4AF1B-A004-458A-B912-288A2F4092A0}" type="presParOf" srcId="{13C926D3-ECDF-462C-A883-52E1452F57AC}" destId="{B1EF5999-B0D8-44B8-A5E9-5718CCF2116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F314B7-7C71-4A77-B287-86158588E775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8F8D621-8414-491C-B786-61B955724678}">
      <dgm:prSet/>
      <dgm:spPr/>
      <dgm:t>
        <a:bodyPr/>
        <a:lstStyle/>
        <a:p>
          <a:r>
            <a:rPr lang="en-US" b="1"/>
            <a:t>Compared to the national average LGBT Youth are:</a:t>
          </a:r>
          <a:endParaRPr lang="en-US"/>
        </a:p>
      </dgm:t>
    </dgm:pt>
    <dgm:pt modelId="{7CD8932B-0132-4106-9E41-BFEDC3FE785E}" type="parTrans" cxnId="{C9682FE5-E0B6-49B0-94A4-B8BA185FA4F3}">
      <dgm:prSet/>
      <dgm:spPr/>
      <dgm:t>
        <a:bodyPr/>
        <a:lstStyle/>
        <a:p>
          <a:endParaRPr lang="en-US"/>
        </a:p>
      </dgm:t>
    </dgm:pt>
    <dgm:pt modelId="{5EA62A96-1826-4FD6-978A-CA9B247FF936}" type="sibTrans" cxnId="{C9682FE5-E0B6-49B0-94A4-B8BA185FA4F3}">
      <dgm:prSet/>
      <dgm:spPr/>
      <dgm:t>
        <a:bodyPr/>
        <a:lstStyle/>
        <a:p>
          <a:endParaRPr lang="en-US"/>
        </a:p>
      </dgm:t>
    </dgm:pt>
    <dgm:pt modelId="{7FA7233A-0271-4540-8669-05BB7A0471ED}">
      <dgm:prSet/>
      <dgm:spPr/>
      <dgm:t>
        <a:bodyPr/>
        <a:lstStyle/>
        <a:p>
          <a:r>
            <a:rPr lang="en-US" b="1" u="sng" dirty="0"/>
            <a:t>more</a:t>
          </a:r>
          <a:r>
            <a:rPr lang="en-US" b="1" dirty="0"/>
            <a:t> likely to take the Youth and Psychosis Screen.</a:t>
          </a:r>
          <a:endParaRPr lang="en-US" dirty="0"/>
        </a:p>
      </dgm:t>
    </dgm:pt>
    <dgm:pt modelId="{AD210FF6-F16E-4F55-9483-4BD8F325E275}" type="parTrans" cxnId="{267DB2DB-A5A2-4D83-AFFF-651C572FFE7B}">
      <dgm:prSet/>
      <dgm:spPr/>
      <dgm:t>
        <a:bodyPr/>
        <a:lstStyle/>
        <a:p>
          <a:endParaRPr lang="en-US"/>
        </a:p>
      </dgm:t>
    </dgm:pt>
    <dgm:pt modelId="{70F3AE29-1602-490D-8678-70C0187727DA}" type="sibTrans" cxnId="{267DB2DB-A5A2-4D83-AFFF-651C572FFE7B}">
      <dgm:prSet/>
      <dgm:spPr/>
      <dgm:t>
        <a:bodyPr/>
        <a:lstStyle/>
        <a:p>
          <a:endParaRPr lang="en-US"/>
        </a:p>
      </dgm:t>
    </dgm:pt>
    <dgm:pt modelId="{B39F60B8-B8E2-41AF-A960-CD67431B1350}">
      <dgm:prSet/>
      <dgm:spPr/>
      <dgm:t>
        <a:bodyPr/>
        <a:lstStyle/>
        <a:p>
          <a:r>
            <a:rPr lang="en-US" b="1" dirty="0"/>
            <a:t>81% screen positive.</a:t>
          </a:r>
          <a:endParaRPr lang="en-US" dirty="0"/>
        </a:p>
      </dgm:t>
    </dgm:pt>
    <dgm:pt modelId="{02383F88-19B5-4C18-8E2F-FAC5FE83DBB2}" type="parTrans" cxnId="{FAFAA063-55DF-44CE-89D0-4C1DC930F2EE}">
      <dgm:prSet/>
      <dgm:spPr/>
      <dgm:t>
        <a:bodyPr/>
        <a:lstStyle/>
        <a:p>
          <a:endParaRPr lang="en-US"/>
        </a:p>
      </dgm:t>
    </dgm:pt>
    <dgm:pt modelId="{70D589F8-9C9B-4BD5-86B9-271EE08641E1}" type="sibTrans" cxnId="{FAFAA063-55DF-44CE-89D0-4C1DC930F2EE}">
      <dgm:prSet/>
      <dgm:spPr/>
      <dgm:t>
        <a:bodyPr/>
        <a:lstStyle/>
        <a:p>
          <a:endParaRPr lang="en-US"/>
        </a:p>
      </dgm:t>
    </dgm:pt>
    <dgm:pt modelId="{D4CF5AB7-B7DE-4B15-95CB-666490577A1D}">
      <dgm:prSet/>
      <dgm:spPr/>
      <dgm:t>
        <a:bodyPr/>
        <a:lstStyle/>
        <a:p>
          <a:r>
            <a:rPr lang="en-US" b="1" dirty="0"/>
            <a:t>75% identify as students. </a:t>
          </a:r>
          <a:endParaRPr lang="en-US" dirty="0"/>
        </a:p>
      </dgm:t>
    </dgm:pt>
    <dgm:pt modelId="{3185782D-BB6D-4688-91A0-C4C363950F4F}" type="parTrans" cxnId="{662C2728-39E7-4AA6-9768-02C630B04C7D}">
      <dgm:prSet/>
      <dgm:spPr/>
      <dgm:t>
        <a:bodyPr/>
        <a:lstStyle/>
        <a:p>
          <a:endParaRPr lang="en-US"/>
        </a:p>
      </dgm:t>
    </dgm:pt>
    <dgm:pt modelId="{7CC343B5-AB91-4B5F-98AB-6B2D5AD2FB3E}" type="sibTrans" cxnId="{662C2728-39E7-4AA6-9768-02C630B04C7D}">
      <dgm:prSet/>
      <dgm:spPr/>
      <dgm:t>
        <a:bodyPr/>
        <a:lstStyle/>
        <a:p>
          <a:endParaRPr lang="en-US"/>
        </a:p>
      </dgm:t>
    </dgm:pt>
    <dgm:pt modelId="{7E1D620E-12AE-4D7F-9956-F95646C6C661}">
      <dgm:prSet/>
      <dgm:spPr/>
      <dgm:t>
        <a:bodyPr/>
        <a:lstStyle/>
        <a:p>
          <a:r>
            <a:rPr lang="en-US" b="1" dirty="0"/>
            <a:t>80% identify as female.</a:t>
          </a:r>
          <a:endParaRPr lang="en-US" dirty="0"/>
        </a:p>
      </dgm:t>
    </dgm:pt>
    <dgm:pt modelId="{15E47CC8-8BBC-473E-9756-E8BC75CA6333}" type="parTrans" cxnId="{3AC0A51D-2110-4939-BCFD-56743CAB6A56}">
      <dgm:prSet/>
      <dgm:spPr/>
      <dgm:t>
        <a:bodyPr/>
        <a:lstStyle/>
        <a:p>
          <a:endParaRPr lang="en-US"/>
        </a:p>
      </dgm:t>
    </dgm:pt>
    <dgm:pt modelId="{4AF5A5E0-D234-4AA3-9AFD-CA423BDC9639}" type="sibTrans" cxnId="{3AC0A51D-2110-4939-BCFD-56743CAB6A56}">
      <dgm:prSet/>
      <dgm:spPr/>
      <dgm:t>
        <a:bodyPr/>
        <a:lstStyle/>
        <a:p>
          <a:endParaRPr lang="en-US"/>
        </a:p>
      </dgm:t>
    </dgm:pt>
    <dgm:pt modelId="{115DE25F-6D8D-49D0-819E-00D3E902F8F5}">
      <dgm:prSet/>
      <dgm:spPr/>
      <dgm:t>
        <a:bodyPr/>
        <a:lstStyle/>
        <a:p>
          <a:r>
            <a:rPr lang="en-US" b="1" u="sng" dirty="0"/>
            <a:t>less</a:t>
          </a:r>
          <a:r>
            <a:rPr lang="en-US" b="1" dirty="0"/>
            <a:t> likely to discuss the results</a:t>
          </a:r>
        </a:p>
        <a:p>
          <a:r>
            <a:rPr lang="en-US" b="1" dirty="0"/>
            <a:t>(25% vs 28%)</a:t>
          </a:r>
          <a:endParaRPr lang="en-US" dirty="0"/>
        </a:p>
      </dgm:t>
    </dgm:pt>
    <dgm:pt modelId="{F26B8C58-F1C8-4FA6-8C92-FEBE7F7FD6F0}" type="parTrans" cxnId="{FCE2962E-43BA-4C9E-92C6-9733A98542DE}">
      <dgm:prSet/>
      <dgm:spPr/>
      <dgm:t>
        <a:bodyPr/>
        <a:lstStyle/>
        <a:p>
          <a:endParaRPr lang="en-US"/>
        </a:p>
      </dgm:t>
    </dgm:pt>
    <dgm:pt modelId="{09AB4F74-7ACB-4E93-B883-E7F08D111AA1}" type="sibTrans" cxnId="{FCE2962E-43BA-4C9E-92C6-9733A98542DE}">
      <dgm:prSet/>
      <dgm:spPr/>
      <dgm:t>
        <a:bodyPr/>
        <a:lstStyle/>
        <a:p>
          <a:endParaRPr lang="en-US"/>
        </a:p>
      </dgm:t>
    </dgm:pt>
    <dgm:pt modelId="{A129ED85-26D8-46F3-AC01-3688280F5CA1}">
      <dgm:prSet/>
      <dgm:spPr/>
      <dgm:t>
        <a:bodyPr/>
        <a:lstStyle/>
        <a:p>
          <a:r>
            <a:rPr lang="en-US" b="1" u="sng" dirty="0"/>
            <a:t>more</a:t>
          </a:r>
          <a:r>
            <a:rPr lang="en-US" b="1" dirty="0"/>
            <a:t> interested in doing nothing</a:t>
          </a:r>
        </a:p>
        <a:p>
          <a:r>
            <a:rPr lang="en-US" b="1" dirty="0"/>
            <a:t>(30% vs 33%)</a:t>
          </a:r>
          <a:endParaRPr lang="en-US" dirty="0"/>
        </a:p>
      </dgm:t>
    </dgm:pt>
    <dgm:pt modelId="{47A8457C-B03C-48E2-80DE-043808DEA04F}" type="parTrans" cxnId="{12ECFF0A-DB2D-473E-B016-F966941136CB}">
      <dgm:prSet/>
      <dgm:spPr/>
      <dgm:t>
        <a:bodyPr/>
        <a:lstStyle/>
        <a:p>
          <a:endParaRPr lang="en-US"/>
        </a:p>
      </dgm:t>
    </dgm:pt>
    <dgm:pt modelId="{A6DE1E74-617B-4A65-BC8A-990AF30D82A3}" type="sibTrans" cxnId="{12ECFF0A-DB2D-473E-B016-F966941136CB}">
      <dgm:prSet/>
      <dgm:spPr/>
      <dgm:t>
        <a:bodyPr/>
        <a:lstStyle/>
        <a:p>
          <a:endParaRPr lang="en-US"/>
        </a:p>
      </dgm:t>
    </dgm:pt>
    <dgm:pt modelId="{946CC224-F2FB-43B5-A4E2-56B97EB36651}" type="pres">
      <dgm:prSet presAssocID="{3FF314B7-7C71-4A77-B287-86158588E77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2C02EE7-84CB-4B9E-80BA-BF14B77E91B6}" type="pres">
      <dgm:prSet presAssocID="{88F8D621-8414-491C-B786-61B955724678}" presName="centerShape" presStyleLbl="node0" presStyleIdx="0" presStyleCnt="1"/>
      <dgm:spPr/>
    </dgm:pt>
    <dgm:pt modelId="{3DBA0937-E99C-462E-AB3F-1C246A28C1E4}" type="pres">
      <dgm:prSet presAssocID="{AD210FF6-F16E-4F55-9483-4BD8F325E275}" presName="parTrans" presStyleLbl="bgSibTrans2D1" presStyleIdx="0" presStyleCnt="6"/>
      <dgm:spPr/>
    </dgm:pt>
    <dgm:pt modelId="{5E8F79A2-B40C-4E3A-A4D2-E6CC22E5DDEF}" type="pres">
      <dgm:prSet presAssocID="{7FA7233A-0271-4540-8669-05BB7A0471ED}" presName="node" presStyleLbl="node1" presStyleIdx="0" presStyleCnt="6">
        <dgm:presLayoutVars>
          <dgm:bulletEnabled val="1"/>
        </dgm:presLayoutVars>
      </dgm:prSet>
      <dgm:spPr/>
    </dgm:pt>
    <dgm:pt modelId="{51A7A138-45B0-48DB-8390-A0435923B2ED}" type="pres">
      <dgm:prSet presAssocID="{02383F88-19B5-4C18-8E2F-FAC5FE83DBB2}" presName="parTrans" presStyleLbl="bgSibTrans2D1" presStyleIdx="1" presStyleCnt="6"/>
      <dgm:spPr/>
    </dgm:pt>
    <dgm:pt modelId="{5B7321E1-D61B-4FF0-AF5C-84E38C41693D}" type="pres">
      <dgm:prSet presAssocID="{B39F60B8-B8E2-41AF-A960-CD67431B1350}" presName="node" presStyleLbl="node1" presStyleIdx="1" presStyleCnt="6">
        <dgm:presLayoutVars>
          <dgm:bulletEnabled val="1"/>
        </dgm:presLayoutVars>
      </dgm:prSet>
      <dgm:spPr/>
    </dgm:pt>
    <dgm:pt modelId="{9ED4D60B-890C-426F-A1D0-1109168AEA49}" type="pres">
      <dgm:prSet presAssocID="{3185782D-BB6D-4688-91A0-C4C363950F4F}" presName="parTrans" presStyleLbl="bgSibTrans2D1" presStyleIdx="2" presStyleCnt="6"/>
      <dgm:spPr/>
    </dgm:pt>
    <dgm:pt modelId="{F4D831EE-BAE6-4928-B6ED-F10883DB79B8}" type="pres">
      <dgm:prSet presAssocID="{D4CF5AB7-B7DE-4B15-95CB-666490577A1D}" presName="node" presStyleLbl="node1" presStyleIdx="2" presStyleCnt="6">
        <dgm:presLayoutVars>
          <dgm:bulletEnabled val="1"/>
        </dgm:presLayoutVars>
      </dgm:prSet>
      <dgm:spPr/>
    </dgm:pt>
    <dgm:pt modelId="{4EA7582B-6403-43E6-A6FA-87B1E31F5DC5}" type="pres">
      <dgm:prSet presAssocID="{15E47CC8-8BBC-473E-9756-E8BC75CA6333}" presName="parTrans" presStyleLbl="bgSibTrans2D1" presStyleIdx="3" presStyleCnt="6"/>
      <dgm:spPr/>
    </dgm:pt>
    <dgm:pt modelId="{C6AA7BFC-D8B6-4C31-9641-7F78314C9E94}" type="pres">
      <dgm:prSet presAssocID="{7E1D620E-12AE-4D7F-9956-F95646C6C661}" presName="node" presStyleLbl="node1" presStyleIdx="3" presStyleCnt="6">
        <dgm:presLayoutVars>
          <dgm:bulletEnabled val="1"/>
        </dgm:presLayoutVars>
      </dgm:prSet>
      <dgm:spPr/>
    </dgm:pt>
    <dgm:pt modelId="{5DBC0AD9-BC44-4415-9884-5D2183CCC6AD}" type="pres">
      <dgm:prSet presAssocID="{F26B8C58-F1C8-4FA6-8C92-FEBE7F7FD6F0}" presName="parTrans" presStyleLbl="bgSibTrans2D1" presStyleIdx="4" presStyleCnt="6"/>
      <dgm:spPr/>
    </dgm:pt>
    <dgm:pt modelId="{01910747-6DD0-4EBF-B7E3-3595DC18AFF3}" type="pres">
      <dgm:prSet presAssocID="{115DE25F-6D8D-49D0-819E-00D3E902F8F5}" presName="node" presStyleLbl="node1" presStyleIdx="4" presStyleCnt="6">
        <dgm:presLayoutVars>
          <dgm:bulletEnabled val="1"/>
        </dgm:presLayoutVars>
      </dgm:prSet>
      <dgm:spPr/>
    </dgm:pt>
    <dgm:pt modelId="{21EB729A-00FA-4DEA-8EBF-9BEE5EB1EDBF}" type="pres">
      <dgm:prSet presAssocID="{47A8457C-B03C-48E2-80DE-043808DEA04F}" presName="parTrans" presStyleLbl="bgSibTrans2D1" presStyleIdx="5" presStyleCnt="6"/>
      <dgm:spPr/>
    </dgm:pt>
    <dgm:pt modelId="{0BBC2ED2-21C3-412B-A0A4-6CB34742B848}" type="pres">
      <dgm:prSet presAssocID="{A129ED85-26D8-46F3-AC01-3688280F5CA1}" presName="node" presStyleLbl="node1" presStyleIdx="5" presStyleCnt="6">
        <dgm:presLayoutVars>
          <dgm:bulletEnabled val="1"/>
        </dgm:presLayoutVars>
      </dgm:prSet>
      <dgm:spPr/>
    </dgm:pt>
  </dgm:ptLst>
  <dgm:cxnLst>
    <dgm:cxn modelId="{12ECFF0A-DB2D-473E-B016-F966941136CB}" srcId="{88F8D621-8414-491C-B786-61B955724678}" destId="{A129ED85-26D8-46F3-AC01-3688280F5CA1}" srcOrd="5" destOrd="0" parTransId="{47A8457C-B03C-48E2-80DE-043808DEA04F}" sibTransId="{A6DE1E74-617B-4A65-BC8A-990AF30D82A3}"/>
    <dgm:cxn modelId="{3AC0A51D-2110-4939-BCFD-56743CAB6A56}" srcId="{88F8D621-8414-491C-B786-61B955724678}" destId="{7E1D620E-12AE-4D7F-9956-F95646C6C661}" srcOrd="3" destOrd="0" parTransId="{15E47CC8-8BBC-473E-9756-E8BC75CA6333}" sibTransId="{4AF5A5E0-D234-4AA3-9AFD-CA423BDC9639}"/>
    <dgm:cxn modelId="{662C2728-39E7-4AA6-9768-02C630B04C7D}" srcId="{88F8D621-8414-491C-B786-61B955724678}" destId="{D4CF5AB7-B7DE-4B15-95CB-666490577A1D}" srcOrd="2" destOrd="0" parTransId="{3185782D-BB6D-4688-91A0-C4C363950F4F}" sibTransId="{7CC343B5-AB91-4B5F-98AB-6B2D5AD2FB3E}"/>
    <dgm:cxn modelId="{FCE2962E-43BA-4C9E-92C6-9733A98542DE}" srcId="{88F8D621-8414-491C-B786-61B955724678}" destId="{115DE25F-6D8D-49D0-819E-00D3E902F8F5}" srcOrd="4" destOrd="0" parTransId="{F26B8C58-F1C8-4FA6-8C92-FEBE7F7FD6F0}" sibTransId="{09AB4F74-7ACB-4E93-B883-E7F08D111AA1}"/>
    <dgm:cxn modelId="{51119F5E-A4CD-472E-8F6B-1EC478C9E556}" type="presOf" srcId="{88F8D621-8414-491C-B786-61B955724678}" destId="{12C02EE7-84CB-4B9E-80BA-BF14B77E91B6}" srcOrd="0" destOrd="0" presId="urn:microsoft.com/office/officeart/2005/8/layout/radial4"/>
    <dgm:cxn modelId="{C379035F-76BD-4A10-98A3-80E90E9E0843}" type="presOf" srcId="{115DE25F-6D8D-49D0-819E-00D3E902F8F5}" destId="{01910747-6DD0-4EBF-B7E3-3595DC18AFF3}" srcOrd="0" destOrd="0" presId="urn:microsoft.com/office/officeart/2005/8/layout/radial4"/>
    <dgm:cxn modelId="{FAFAA063-55DF-44CE-89D0-4C1DC930F2EE}" srcId="{88F8D621-8414-491C-B786-61B955724678}" destId="{B39F60B8-B8E2-41AF-A960-CD67431B1350}" srcOrd="1" destOrd="0" parTransId="{02383F88-19B5-4C18-8E2F-FAC5FE83DBB2}" sibTransId="{70D589F8-9C9B-4BD5-86B9-271EE08641E1}"/>
    <dgm:cxn modelId="{92004C66-AB1F-4410-BE5D-D6196C80BD2B}" type="presOf" srcId="{3185782D-BB6D-4688-91A0-C4C363950F4F}" destId="{9ED4D60B-890C-426F-A1D0-1109168AEA49}" srcOrd="0" destOrd="0" presId="urn:microsoft.com/office/officeart/2005/8/layout/radial4"/>
    <dgm:cxn modelId="{7BE3744A-56BC-43FE-BF85-5F4B88DB5338}" type="presOf" srcId="{F26B8C58-F1C8-4FA6-8C92-FEBE7F7FD6F0}" destId="{5DBC0AD9-BC44-4415-9884-5D2183CCC6AD}" srcOrd="0" destOrd="0" presId="urn:microsoft.com/office/officeart/2005/8/layout/radial4"/>
    <dgm:cxn modelId="{F5D24250-6259-4DD7-8F95-FF79B746DBC6}" type="presOf" srcId="{B39F60B8-B8E2-41AF-A960-CD67431B1350}" destId="{5B7321E1-D61B-4FF0-AF5C-84E38C41693D}" srcOrd="0" destOrd="0" presId="urn:microsoft.com/office/officeart/2005/8/layout/radial4"/>
    <dgm:cxn modelId="{8AB66574-EF89-4F89-8551-05B2F1D21387}" type="presOf" srcId="{D4CF5AB7-B7DE-4B15-95CB-666490577A1D}" destId="{F4D831EE-BAE6-4928-B6ED-F10883DB79B8}" srcOrd="0" destOrd="0" presId="urn:microsoft.com/office/officeart/2005/8/layout/radial4"/>
    <dgm:cxn modelId="{13139A81-080E-4D7A-8476-D8670D72BEC8}" type="presOf" srcId="{AD210FF6-F16E-4F55-9483-4BD8F325E275}" destId="{3DBA0937-E99C-462E-AB3F-1C246A28C1E4}" srcOrd="0" destOrd="0" presId="urn:microsoft.com/office/officeart/2005/8/layout/radial4"/>
    <dgm:cxn modelId="{75909383-24CB-4126-A061-994C7D222712}" type="presOf" srcId="{7E1D620E-12AE-4D7F-9956-F95646C6C661}" destId="{C6AA7BFC-D8B6-4C31-9641-7F78314C9E94}" srcOrd="0" destOrd="0" presId="urn:microsoft.com/office/officeart/2005/8/layout/radial4"/>
    <dgm:cxn modelId="{6576DA83-C192-401A-89C6-8FA3BADC50E3}" type="presOf" srcId="{A129ED85-26D8-46F3-AC01-3688280F5CA1}" destId="{0BBC2ED2-21C3-412B-A0A4-6CB34742B848}" srcOrd="0" destOrd="0" presId="urn:microsoft.com/office/officeart/2005/8/layout/radial4"/>
    <dgm:cxn modelId="{F24645A7-5F4C-4DD7-BAC2-80506F152D80}" type="presOf" srcId="{3FF314B7-7C71-4A77-B287-86158588E775}" destId="{946CC224-F2FB-43B5-A4E2-56B97EB36651}" srcOrd="0" destOrd="0" presId="urn:microsoft.com/office/officeart/2005/8/layout/radial4"/>
    <dgm:cxn modelId="{D22BAAAC-0EE9-4E9C-9E0D-82C5DCC68862}" type="presOf" srcId="{02383F88-19B5-4C18-8E2F-FAC5FE83DBB2}" destId="{51A7A138-45B0-48DB-8390-A0435923B2ED}" srcOrd="0" destOrd="0" presId="urn:microsoft.com/office/officeart/2005/8/layout/radial4"/>
    <dgm:cxn modelId="{798FBEAE-E814-4B8F-B691-E9C965EBA909}" type="presOf" srcId="{47A8457C-B03C-48E2-80DE-043808DEA04F}" destId="{21EB729A-00FA-4DEA-8EBF-9BEE5EB1EDBF}" srcOrd="0" destOrd="0" presId="urn:microsoft.com/office/officeart/2005/8/layout/radial4"/>
    <dgm:cxn modelId="{5C3111B7-30F6-4860-BE90-DC47C37090EA}" type="presOf" srcId="{15E47CC8-8BBC-473E-9756-E8BC75CA6333}" destId="{4EA7582B-6403-43E6-A6FA-87B1E31F5DC5}" srcOrd="0" destOrd="0" presId="urn:microsoft.com/office/officeart/2005/8/layout/radial4"/>
    <dgm:cxn modelId="{267DB2DB-A5A2-4D83-AFFF-651C572FFE7B}" srcId="{88F8D621-8414-491C-B786-61B955724678}" destId="{7FA7233A-0271-4540-8669-05BB7A0471ED}" srcOrd="0" destOrd="0" parTransId="{AD210FF6-F16E-4F55-9483-4BD8F325E275}" sibTransId="{70F3AE29-1602-490D-8678-70C0187727DA}"/>
    <dgm:cxn modelId="{EAE940E0-B489-4260-89B3-BE3A8CBD1F79}" type="presOf" srcId="{7FA7233A-0271-4540-8669-05BB7A0471ED}" destId="{5E8F79A2-B40C-4E3A-A4D2-E6CC22E5DDEF}" srcOrd="0" destOrd="0" presId="urn:microsoft.com/office/officeart/2005/8/layout/radial4"/>
    <dgm:cxn modelId="{C9682FE5-E0B6-49B0-94A4-B8BA185FA4F3}" srcId="{3FF314B7-7C71-4A77-B287-86158588E775}" destId="{88F8D621-8414-491C-B786-61B955724678}" srcOrd="0" destOrd="0" parTransId="{7CD8932B-0132-4106-9E41-BFEDC3FE785E}" sibTransId="{5EA62A96-1826-4FD6-978A-CA9B247FF936}"/>
    <dgm:cxn modelId="{0F497C6D-AB53-444C-AD2B-6D2FB6E3D609}" type="presParOf" srcId="{946CC224-F2FB-43B5-A4E2-56B97EB36651}" destId="{12C02EE7-84CB-4B9E-80BA-BF14B77E91B6}" srcOrd="0" destOrd="0" presId="urn:microsoft.com/office/officeart/2005/8/layout/radial4"/>
    <dgm:cxn modelId="{5D62F5D6-914D-4035-A7B0-90446DBCBDBF}" type="presParOf" srcId="{946CC224-F2FB-43B5-A4E2-56B97EB36651}" destId="{3DBA0937-E99C-462E-AB3F-1C246A28C1E4}" srcOrd="1" destOrd="0" presId="urn:microsoft.com/office/officeart/2005/8/layout/radial4"/>
    <dgm:cxn modelId="{66CF84BB-EFA6-4539-8BF7-A0CD3A2CF02C}" type="presParOf" srcId="{946CC224-F2FB-43B5-A4E2-56B97EB36651}" destId="{5E8F79A2-B40C-4E3A-A4D2-E6CC22E5DDEF}" srcOrd="2" destOrd="0" presId="urn:microsoft.com/office/officeart/2005/8/layout/radial4"/>
    <dgm:cxn modelId="{C49FFB08-A886-409D-90AB-692ED64621B5}" type="presParOf" srcId="{946CC224-F2FB-43B5-A4E2-56B97EB36651}" destId="{51A7A138-45B0-48DB-8390-A0435923B2ED}" srcOrd="3" destOrd="0" presId="urn:microsoft.com/office/officeart/2005/8/layout/radial4"/>
    <dgm:cxn modelId="{99CF607F-7DDC-4F20-8626-4CB4A8BA76D8}" type="presParOf" srcId="{946CC224-F2FB-43B5-A4E2-56B97EB36651}" destId="{5B7321E1-D61B-4FF0-AF5C-84E38C41693D}" srcOrd="4" destOrd="0" presId="urn:microsoft.com/office/officeart/2005/8/layout/radial4"/>
    <dgm:cxn modelId="{5455278E-C933-4C88-8142-BB0BE3CBC5DA}" type="presParOf" srcId="{946CC224-F2FB-43B5-A4E2-56B97EB36651}" destId="{9ED4D60B-890C-426F-A1D0-1109168AEA49}" srcOrd="5" destOrd="0" presId="urn:microsoft.com/office/officeart/2005/8/layout/radial4"/>
    <dgm:cxn modelId="{DA9F0A78-57CF-4D79-B0DA-11FAA746BFA6}" type="presParOf" srcId="{946CC224-F2FB-43B5-A4E2-56B97EB36651}" destId="{F4D831EE-BAE6-4928-B6ED-F10883DB79B8}" srcOrd="6" destOrd="0" presId="urn:microsoft.com/office/officeart/2005/8/layout/radial4"/>
    <dgm:cxn modelId="{A0B34E58-C089-4E30-AEFF-98A1C9BEC7D5}" type="presParOf" srcId="{946CC224-F2FB-43B5-A4E2-56B97EB36651}" destId="{4EA7582B-6403-43E6-A6FA-87B1E31F5DC5}" srcOrd="7" destOrd="0" presId="urn:microsoft.com/office/officeart/2005/8/layout/radial4"/>
    <dgm:cxn modelId="{99560946-D30A-446B-8776-2141DF20B6CF}" type="presParOf" srcId="{946CC224-F2FB-43B5-A4E2-56B97EB36651}" destId="{C6AA7BFC-D8B6-4C31-9641-7F78314C9E94}" srcOrd="8" destOrd="0" presId="urn:microsoft.com/office/officeart/2005/8/layout/radial4"/>
    <dgm:cxn modelId="{C6B9ECE9-BD8B-4C23-9B72-8EBD15AAECA2}" type="presParOf" srcId="{946CC224-F2FB-43B5-A4E2-56B97EB36651}" destId="{5DBC0AD9-BC44-4415-9884-5D2183CCC6AD}" srcOrd="9" destOrd="0" presId="urn:microsoft.com/office/officeart/2005/8/layout/radial4"/>
    <dgm:cxn modelId="{7D221C0B-819C-4138-9445-BAC0AB90CC0A}" type="presParOf" srcId="{946CC224-F2FB-43B5-A4E2-56B97EB36651}" destId="{01910747-6DD0-4EBF-B7E3-3595DC18AFF3}" srcOrd="10" destOrd="0" presId="urn:microsoft.com/office/officeart/2005/8/layout/radial4"/>
    <dgm:cxn modelId="{BF21CEF7-520F-429E-9FF9-7E07F2F7F4BD}" type="presParOf" srcId="{946CC224-F2FB-43B5-A4E2-56B97EB36651}" destId="{21EB729A-00FA-4DEA-8EBF-9BEE5EB1EDBF}" srcOrd="11" destOrd="0" presId="urn:microsoft.com/office/officeart/2005/8/layout/radial4"/>
    <dgm:cxn modelId="{38271251-967A-4567-A3AE-05BB297CEF97}" type="presParOf" srcId="{946CC224-F2FB-43B5-A4E2-56B97EB36651}" destId="{0BBC2ED2-21C3-412B-A0A4-6CB34742B848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C67A377-524F-40F8-BDB1-22EBD34D09E9}" type="doc">
      <dgm:prSet loTypeId="urn:microsoft.com/office/officeart/2005/8/layout/l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F37BCB-793B-487F-98A0-646786AC066D}">
      <dgm:prSet/>
      <dgm:spPr/>
      <dgm:t>
        <a:bodyPr/>
        <a:lstStyle/>
        <a:p>
          <a:r>
            <a:rPr lang="en-US" b="1" dirty="0"/>
            <a:t>In 2017, MHA had nearly 1.1 million screens.</a:t>
          </a:r>
          <a:endParaRPr lang="en-US" dirty="0"/>
        </a:p>
      </dgm:t>
    </dgm:pt>
    <dgm:pt modelId="{0E2EF5FB-2EAA-4B07-9F6D-A45B4838FCE2}" type="parTrans" cxnId="{409C631B-595A-49A3-9395-E582727C0318}">
      <dgm:prSet/>
      <dgm:spPr/>
      <dgm:t>
        <a:bodyPr/>
        <a:lstStyle/>
        <a:p>
          <a:endParaRPr lang="en-US"/>
        </a:p>
      </dgm:t>
    </dgm:pt>
    <dgm:pt modelId="{0269C5C9-C4DD-464F-A493-4026A7A8C5AE}" type="sibTrans" cxnId="{409C631B-595A-49A3-9395-E582727C0318}">
      <dgm:prSet/>
      <dgm:spPr/>
      <dgm:t>
        <a:bodyPr/>
        <a:lstStyle/>
        <a:p>
          <a:endParaRPr lang="en-US"/>
        </a:p>
      </dgm:t>
    </dgm:pt>
    <dgm:pt modelId="{DD238FBC-88EB-4859-9682-8E056402D36C}">
      <dgm:prSet/>
      <dgm:spPr/>
      <dgm:t>
        <a:bodyPr/>
        <a:lstStyle/>
        <a:p>
          <a:r>
            <a:rPr lang="en-US" b="1" dirty="0"/>
            <a:t>Millennials made up half of all screeners who reported an age (397,140 screens).</a:t>
          </a:r>
          <a:endParaRPr lang="en-US" dirty="0"/>
        </a:p>
      </dgm:t>
    </dgm:pt>
    <dgm:pt modelId="{3B16FBEA-50B4-4095-BB16-18D12F103442}" type="parTrans" cxnId="{5E67A471-699B-4F54-A28E-215E6E642F3E}">
      <dgm:prSet/>
      <dgm:spPr/>
      <dgm:t>
        <a:bodyPr/>
        <a:lstStyle/>
        <a:p>
          <a:endParaRPr lang="en-US"/>
        </a:p>
      </dgm:t>
    </dgm:pt>
    <dgm:pt modelId="{A876F3C9-D791-4364-82CE-A0E95A36E6A6}" type="sibTrans" cxnId="{5E67A471-699B-4F54-A28E-215E6E642F3E}">
      <dgm:prSet/>
      <dgm:spPr/>
      <dgm:t>
        <a:bodyPr/>
        <a:lstStyle/>
        <a:p>
          <a:endParaRPr lang="en-US"/>
        </a:p>
      </dgm:t>
    </dgm:pt>
    <dgm:pt modelId="{FA4A8CC2-6E86-47C9-9CFB-AB87377EFCD5}">
      <dgm:prSet/>
      <dgm:spPr/>
      <dgm:t>
        <a:bodyPr/>
        <a:lstStyle/>
        <a:p>
          <a:r>
            <a:rPr lang="en-US" b="1" dirty="0"/>
            <a:t>Compared to the national average millennials are:</a:t>
          </a:r>
          <a:endParaRPr lang="en-US" dirty="0"/>
        </a:p>
      </dgm:t>
    </dgm:pt>
    <dgm:pt modelId="{33DD61B5-5997-4725-B4DB-A427A6896BB4}" type="parTrans" cxnId="{06150D95-E3DD-4D7B-8CF3-273D97C2C9D3}">
      <dgm:prSet/>
      <dgm:spPr/>
      <dgm:t>
        <a:bodyPr/>
        <a:lstStyle/>
        <a:p>
          <a:endParaRPr lang="en-US"/>
        </a:p>
      </dgm:t>
    </dgm:pt>
    <dgm:pt modelId="{C6EA9E6E-E52E-4F57-A162-EE224796A8CC}" type="sibTrans" cxnId="{06150D95-E3DD-4D7B-8CF3-273D97C2C9D3}">
      <dgm:prSet/>
      <dgm:spPr/>
      <dgm:t>
        <a:bodyPr/>
        <a:lstStyle/>
        <a:p>
          <a:endParaRPr lang="en-US"/>
        </a:p>
      </dgm:t>
    </dgm:pt>
    <dgm:pt modelId="{FB79FC9F-8A61-4531-8A0B-91EA50649089}">
      <dgm:prSet/>
      <dgm:spPr/>
      <dgm:t>
        <a:bodyPr/>
        <a:lstStyle/>
        <a:p>
          <a:r>
            <a:rPr lang="en-US" b="1" dirty="0"/>
            <a:t>More likely to find treatment</a:t>
          </a:r>
        </a:p>
        <a:p>
          <a:r>
            <a:rPr lang="en-US" b="1" dirty="0"/>
            <a:t>(22% vs 18%)</a:t>
          </a:r>
          <a:endParaRPr lang="en-US" dirty="0"/>
        </a:p>
      </dgm:t>
    </dgm:pt>
    <dgm:pt modelId="{B031E19D-E1EF-40EA-9C19-FD6C80961F85}" type="parTrans" cxnId="{A2990546-9851-49CD-929E-10B1ED2A9D9C}">
      <dgm:prSet/>
      <dgm:spPr/>
      <dgm:t>
        <a:bodyPr/>
        <a:lstStyle/>
        <a:p>
          <a:endParaRPr lang="en-US"/>
        </a:p>
      </dgm:t>
    </dgm:pt>
    <dgm:pt modelId="{2E208B18-0FA8-4543-AE3B-EDACF903E102}" type="sibTrans" cxnId="{A2990546-9851-49CD-929E-10B1ED2A9D9C}">
      <dgm:prSet/>
      <dgm:spPr/>
      <dgm:t>
        <a:bodyPr/>
        <a:lstStyle/>
        <a:p>
          <a:endParaRPr lang="en-US"/>
        </a:p>
      </dgm:t>
    </dgm:pt>
    <dgm:pt modelId="{570396E2-02F2-4F07-B5EF-D8F9FE20F033}">
      <dgm:prSet/>
      <dgm:spPr/>
      <dgm:t>
        <a:bodyPr/>
        <a:lstStyle/>
        <a:p>
          <a:r>
            <a:rPr lang="en-US" b="1" u="sng" dirty="0"/>
            <a:t>More</a:t>
          </a:r>
          <a:r>
            <a:rPr lang="en-US" b="1" dirty="0"/>
            <a:t> likely to take a next step</a:t>
          </a:r>
        </a:p>
        <a:p>
          <a:r>
            <a:rPr lang="en-US" b="1" dirty="0"/>
            <a:t>(75% vs 70%)</a:t>
          </a:r>
          <a:endParaRPr lang="en-US" dirty="0"/>
        </a:p>
      </dgm:t>
    </dgm:pt>
    <dgm:pt modelId="{E2385B26-6CF2-4624-A96D-39FE015914DF}" type="parTrans" cxnId="{BCC0FB97-4549-44E7-8CF4-93FCE2A81A60}">
      <dgm:prSet/>
      <dgm:spPr/>
      <dgm:t>
        <a:bodyPr/>
        <a:lstStyle/>
        <a:p>
          <a:endParaRPr lang="en-US"/>
        </a:p>
      </dgm:t>
    </dgm:pt>
    <dgm:pt modelId="{E1BD71C8-F2BB-4F43-AE14-BB1A05979615}" type="sibTrans" cxnId="{BCC0FB97-4549-44E7-8CF4-93FCE2A81A60}">
      <dgm:prSet/>
      <dgm:spPr/>
      <dgm:t>
        <a:bodyPr/>
        <a:lstStyle/>
        <a:p>
          <a:endParaRPr lang="en-US"/>
        </a:p>
      </dgm:t>
    </dgm:pt>
    <dgm:pt modelId="{B17DB7BD-A895-4A4D-B0A4-2231016ED429}" type="pres">
      <dgm:prSet presAssocID="{0C67A377-524F-40F8-BDB1-22EBD34D09E9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74527E7-927D-406B-A3B4-932F1150089C}" type="pres">
      <dgm:prSet presAssocID="{14F37BCB-793B-487F-98A0-646786AC066D}" presName="horFlow" presStyleCnt="0"/>
      <dgm:spPr/>
    </dgm:pt>
    <dgm:pt modelId="{B7C52FDA-3FA1-453B-9677-D88C70E62CCB}" type="pres">
      <dgm:prSet presAssocID="{14F37BCB-793B-487F-98A0-646786AC066D}" presName="bigChev" presStyleLbl="node1" presStyleIdx="0" presStyleCnt="3" custScaleX="241509"/>
      <dgm:spPr/>
    </dgm:pt>
    <dgm:pt modelId="{F740A317-2B3F-4B47-B997-83D1894E8211}" type="pres">
      <dgm:prSet presAssocID="{14F37BCB-793B-487F-98A0-646786AC066D}" presName="vSp" presStyleCnt="0"/>
      <dgm:spPr/>
    </dgm:pt>
    <dgm:pt modelId="{9C8FA0F4-DD58-4B53-AFB7-2F053E7FB7B9}" type="pres">
      <dgm:prSet presAssocID="{DD238FBC-88EB-4859-9682-8E056402D36C}" presName="horFlow" presStyleCnt="0"/>
      <dgm:spPr/>
    </dgm:pt>
    <dgm:pt modelId="{2B123BFF-019B-4E42-96F0-8625D2BCF5B0}" type="pres">
      <dgm:prSet presAssocID="{DD238FBC-88EB-4859-9682-8E056402D36C}" presName="bigChev" presStyleLbl="node1" presStyleIdx="1" presStyleCnt="3" custScaleX="241509"/>
      <dgm:spPr/>
    </dgm:pt>
    <dgm:pt modelId="{3D1C3877-D83C-45F1-AC74-A82B15386844}" type="pres">
      <dgm:prSet presAssocID="{DD238FBC-88EB-4859-9682-8E056402D36C}" presName="vSp" presStyleCnt="0"/>
      <dgm:spPr/>
    </dgm:pt>
    <dgm:pt modelId="{2E7FFC8B-0DE1-4FB2-BDF2-E3BDA11F2857}" type="pres">
      <dgm:prSet presAssocID="{FA4A8CC2-6E86-47C9-9CFB-AB87377EFCD5}" presName="horFlow" presStyleCnt="0"/>
      <dgm:spPr/>
    </dgm:pt>
    <dgm:pt modelId="{A850E1A9-205C-41B5-8B0E-D9C15F8604B3}" type="pres">
      <dgm:prSet presAssocID="{FA4A8CC2-6E86-47C9-9CFB-AB87377EFCD5}" presName="bigChev" presStyleLbl="node1" presStyleIdx="2" presStyleCnt="3"/>
      <dgm:spPr/>
    </dgm:pt>
    <dgm:pt modelId="{C9156AC1-B697-462A-8EAB-E399863CF1F4}" type="pres">
      <dgm:prSet presAssocID="{B031E19D-E1EF-40EA-9C19-FD6C80961F85}" presName="parTrans" presStyleCnt="0"/>
      <dgm:spPr/>
    </dgm:pt>
    <dgm:pt modelId="{9DEB564E-191C-46F3-86C0-4374642DF6BE}" type="pres">
      <dgm:prSet presAssocID="{FB79FC9F-8A61-4531-8A0B-91EA50649089}" presName="node" presStyleLbl="alignAccFollowNode1" presStyleIdx="0" presStyleCnt="2">
        <dgm:presLayoutVars>
          <dgm:bulletEnabled val="1"/>
        </dgm:presLayoutVars>
      </dgm:prSet>
      <dgm:spPr/>
    </dgm:pt>
    <dgm:pt modelId="{A8B9EC86-3F2F-4E7C-971B-E768A9431F0D}" type="pres">
      <dgm:prSet presAssocID="{2E208B18-0FA8-4543-AE3B-EDACF903E102}" presName="sibTrans" presStyleCnt="0"/>
      <dgm:spPr/>
    </dgm:pt>
    <dgm:pt modelId="{6B09D3C3-3FD0-4643-A759-253C0BA4B301}" type="pres">
      <dgm:prSet presAssocID="{570396E2-02F2-4F07-B5EF-D8F9FE20F033}" presName="node" presStyleLbl="alignAccFollowNode1" presStyleIdx="1" presStyleCnt="2">
        <dgm:presLayoutVars>
          <dgm:bulletEnabled val="1"/>
        </dgm:presLayoutVars>
      </dgm:prSet>
      <dgm:spPr/>
    </dgm:pt>
  </dgm:ptLst>
  <dgm:cxnLst>
    <dgm:cxn modelId="{14F47D04-A79E-4D4E-ADEF-412803323452}" type="presOf" srcId="{0C67A377-524F-40F8-BDB1-22EBD34D09E9}" destId="{B17DB7BD-A895-4A4D-B0A4-2231016ED429}" srcOrd="0" destOrd="0" presId="urn:microsoft.com/office/officeart/2005/8/layout/lProcess3"/>
    <dgm:cxn modelId="{409C631B-595A-49A3-9395-E582727C0318}" srcId="{0C67A377-524F-40F8-BDB1-22EBD34D09E9}" destId="{14F37BCB-793B-487F-98A0-646786AC066D}" srcOrd="0" destOrd="0" parTransId="{0E2EF5FB-2EAA-4B07-9F6D-A45B4838FCE2}" sibTransId="{0269C5C9-C4DD-464F-A493-4026A7A8C5AE}"/>
    <dgm:cxn modelId="{A2990546-9851-49CD-929E-10B1ED2A9D9C}" srcId="{FA4A8CC2-6E86-47C9-9CFB-AB87377EFCD5}" destId="{FB79FC9F-8A61-4531-8A0B-91EA50649089}" srcOrd="0" destOrd="0" parTransId="{B031E19D-E1EF-40EA-9C19-FD6C80961F85}" sibTransId="{2E208B18-0FA8-4543-AE3B-EDACF903E102}"/>
    <dgm:cxn modelId="{5E67A471-699B-4F54-A28E-215E6E642F3E}" srcId="{0C67A377-524F-40F8-BDB1-22EBD34D09E9}" destId="{DD238FBC-88EB-4859-9682-8E056402D36C}" srcOrd="1" destOrd="0" parTransId="{3B16FBEA-50B4-4095-BB16-18D12F103442}" sibTransId="{A876F3C9-D791-4364-82CE-A0E95A36E6A6}"/>
    <dgm:cxn modelId="{7E261373-489A-44B7-8E91-43B9632D626A}" type="presOf" srcId="{14F37BCB-793B-487F-98A0-646786AC066D}" destId="{B7C52FDA-3FA1-453B-9677-D88C70E62CCB}" srcOrd="0" destOrd="0" presId="urn:microsoft.com/office/officeart/2005/8/layout/lProcess3"/>
    <dgm:cxn modelId="{A3526F7E-A89B-415C-A42A-CC4898D4AA87}" type="presOf" srcId="{FB79FC9F-8A61-4531-8A0B-91EA50649089}" destId="{9DEB564E-191C-46F3-86C0-4374642DF6BE}" srcOrd="0" destOrd="0" presId="urn:microsoft.com/office/officeart/2005/8/layout/lProcess3"/>
    <dgm:cxn modelId="{06150D95-E3DD-4D7B-8CF3-273D97C2C9D3}" srcId="{0C67A377-524F-40F8-BDB1-22EBD34D09E9}" destId="{FA4A8CC2-6E86-47C9-9CFB-AB87377EFCD5}" srcOrd="2" destOrd="0" parTransId="{33DD61B5-5997-4725-B4DB-A427A6896BB4}" sibTransId="{C6EA9E6E-E52E-4F57-A162-EE224796A8CC}"/>
    <dgm:cxn modelId="{BCC0FB97-4549-44E7-8CF4-93FCE2A81A60}" srcId="{FA4A8CC2-6E86-47C9-9CFB-AB87377EFCD5}" destId="{570396E2-02F2-4F07-B5EF-D8F9FE20F033}" srcOrd="1" destOrd="0" parTransId="{E2385B26-6CF2-4624-A96D-39FE015914DF}" sibTransId="{E1BD71C8-F2BB-4F43-AE14-BB1A05979615}"/>
    <dgm:cxn modelId="{070FA4C6-E153-4363-A786-3F04FBC22BB0}" type="presOf" srcId="{570396E2-02F2-4F07-B5EF-D8F9FE20F033}" destId="{6B09D3C3-3FD0-4643-A759-253C0BA4B301}" srcOrd="0" destOrd="0" presId="urn:microsoft.com/office/officeart/2005/8/layout/lProcess3"/>
    <dgm:cxn modelId="{193F0AE0-E359-4856-9CB4-615C3B7C4D35}" type="presOf" srcId="{FA4A8CC2-6E86-47C9-9CFB-AB87377EFCD5}" destId="{A850E1A9-205C-41B5-8B0E-D9C15F8604B3}" srcOrd="0" destOrd="0" presId="urn:microsoft.com/office/officeart/2005/8/layout/lProcess3"/>
    <dgm:cxn modelId="{BB88E2E6-F8BE-4D58-B049-2671A5532D8B}" type="presOf" srcId="{DD238FBC-88EB-4859-9682-8E056402D36C}" destId="{2B123BFF-019B-4E42-96F0-8625D2BCF5B0}" srcOrd="0" destOrd="0" presId="urn:microsoft.com/office/officeart/2005/8/layout/lProcess3"/>
    <dgm:cxn modelId="{2E85E7D9-89E8-4FF2-843A-B10C31F5434F}" type="presParOf" srcId="{B17DB7BD-A895-4A4D-B0A4-2231016ED429}" destId="{F74527E7-927D-406B-A3B4-932F1150089C}" srcOrd="0" destOrd="0" presId="urn:microsoft.com/office/officeart/2005/8/layout/lProcess3"/>
    <dgm:cxn modelId="{8B3FF0EC-B98E-48DE-8C7F-571CB47C0555}" type="presParOf" srcId="{F74527E7-927D-406B-A3B4-932F1150089C}" destId="{B7C52FDA-3FA1-453B-9677-D88C70E62CCB}" srcOrd="0" destOrd="0" presId="urn:microsoft.com/office/officeart/2005/8/layout/lProcess3"/>
    <dgm:cxn modelId="{F85F38E7-DD1A-432E-9EA0-7DA8FEF4153B}" type="presParOf" srcId="{B17DB7BD-A895-4A4D-B0A4-2231016ED429}" destId="{F740A317-2B3F-4B47-B997-83D1894E8211}" srcOrd="1" destOrd="0" presId="urn:microsoft.com/office/officeart/2005/8/layout/lProcess3"/>
    <dgm:cxn modelId="{113063B3-E917-4650-9B2B-B9345839A009}" type="presParOf" srcId="{B17DB7BD-A895-4A4D-B0A4-2231016ED429}" destId="{9C8FA0F4-DD58-4B53-AFB7-2F053E7FB7B9}" srcOrd="2" destOrd="0" presId="urn:microsoft.com/office/officeart/2005/8/layout/lProcess3"/>
    <dgm:cxn modelId="{04672674-8D56-4DD1-A422-3105FB966E35}" type="presParOf" srcId="{9C8FA0F4-DD58-4B53-AFB7-2F053E7FB7B9}" destId="{2B123BFF-019B-4E42-96F0-8625D2BCF5B0}" srcOrd="0" destOrd="0" presId="urn:microsoft.com/office/officeart/2005/8/layout/lProcess3"/>
    <dgm:cxn modelId="{F77153E5-5D68-411C-9A89-E4BA9513C1E6}" type="presParOf" srcId="{B17DB7BD-A895-4A4D-B0A4-2231016ED429}" destId="{3D1C3877-D83C-45F1-AC74-A82B15386844}" srcOrd="3" destOrd="0" presId="urn:microsoft.com/office/officeart/2005/8/layout/lProcess3"/>
    <dgm:cxn modelId="{0F568D1C-C551-4CB7-81D5-863E782E08F3}" type="presParOf" srcId="{B17DB7BD-A895-4A4D-B0A4-2231016ED429}" destId="{2E7FFC8B-0DE1-4FB2-BDF2-E3BDA11F2857}" srcOrd="4" destOrd="0" presId="urn:microsoft.com/office/officeart/2005/8/layout/lProcess3"/>
    <dgm:cxn modelId="{328A93A4-1F74-4CB0-94E8-BE0DAC16565A}" type="presParOf" srcId="{2E7FFC8B-0DE1-4FB2-BDF2-E3BDA11F2857}" destId="{A850E1A9-205C-41B5-8B0E-D9C15F8604B3}" srcOrd="0" destOrd="0" presId="urn:microsoft.com/office/officeart/2005/8/layout/lProcess3"/>
    <dgm:cxn modelId="{004EED94-40F0-490A-BA22-A2C9EEFC53B6}" type="presParOf" srcId="{2E7FFC8B-0DE1-4FB2-BDF2-E3BDA11F2857}" destId="{C9156AC1-B697-462A-8EAB-E399863CF1F4}" srcOrd="1" destOrd="0" presId="urn:microsoft.com/office/officeart/2005/8/layout/lProcess3"/>
    <dgm:cxn modelId="{EBE95D65-F9C8-4D1C-82D9-16AF98DD3B30}" type="presParOf" srcId="{2E7FFC8B-0DE1-4FB2-BDF2-E3BDA11F2857}" destId="{9DEB564E-191C-46F3-86C0-4374642DF6BE}" srcOrd="2" destOrd="0" presId="urn:microsoft.com/office/officeart/2005/8/layout/lProcess3"/>
    <dgm:cxn modelId="{1AE0E9BD-63AC-4B61-BF70-566B6231FFF3}" type="presParOf" srcId="{2E7FFC8B-0DE1-4FB2-BDF2-E3BDA11F2857}" destId="{A8B9EC86-3F2F-4E7C-971B-E768A9431F0D}" srcOrd="3" destOrd="0" presId="urn:microsoft.com/office/officeart/2005/8/layout/lProcess3"/>
    <dgm:cxn modelId="{352BA8B3-FBDC-4303-B4DD-9C7D175F1B44}" type="presParOf" srcId="{2E7FFC8B-0DE1-4FB2-BDF2-E3BDA11F2857}" destId="{6B09D3C3-3FD0-4643-A759-253C0BA4B301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6D8A53-709A-4C85-96D0-0364B595E5E4}" type="doc">
      <dgm:prSet loTypeId="urn:microsoft.com/office/officeart/2005/8/layout/matrix1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BD48A0B-89D2-4E1D-A29A-A9094B862F40}">
      <dgm:prSet/>
      <dgm:spPr/>
      <dgm:t>
        <a:bodyPr/>
        <a:lstStyle/>
        <a:p>
          <a:r>
            <a:rPr lang="en-US" b="1"/>
            <a:t>Compared to the national average new or expecting mothers are:</a:t>
          </a:r>
          <a:endParaRPr lang="en-US"/>
        </a:p>
      </dgm:t>
    </dgm:pt>
    <dgm:pt modelId="{CA0DF664-B205-43F5-BF2F-C1DF5EC45AAF}" type="parTrans" cxnId="{2785B285-7BE2-4257-B9E2-4C2C14B03336}">
      <dgm:prSet/>
      <dgm:spPr/>
      <dgm:t>
        <a:bodyPr/>
        <a:lstStyle/>
        <a:p>
          <a:endParaRPr lang="en-US"/>
        </a:p>
      </dgm:t>
    </dgm:pt>
    <dgm:pt modelId="{1F27724E-3575-4249-A72C-551D48AAC90A}" type="sibTrans" cxnId="{2785B285-7BE2-4257-B9E2-4C2C14B03336}">
      <dgm:prSet/>
      <dgm:spPr/>
      <dgm:t>
        <a:bodyPr/>
        <a:lstStyle/>
        <a:p>
          <a:endParaRPr lang="en-US"/>
        </a:p>
      </dgm:t>
    </dgm:pt>
    <dgm:pt modelId="{AF27A073-A005-4C47-9F8C-C3162F9C9021}">
      <dgm:prSet/>
      <dgm:spPr/>
      <dgm:t>
        <a:bodyPr/>
        <a:lstStyle/>
        <a:p>
          <a:r>
            <a:rPr lang="en-US" b="1" dirty="0"/>
            <a:t>More likely to screen likely substance use</a:t>
          </a:r>
        </a:p>
        <a:p>
          <a:r>
            <a:rPr lang="en-US" b="1" dirty="0"/>
            <a:t>(91% vs 78%)</a:t>
          </a:r>
          <a:endParaRPr lang="en-US" dirty="0"/>
        </a:p>
      </dgm:t>
    </dgm:pt>
    <dgm:pt modelId="{BB764BC0-159E-4C61-8616-03BE4962430F}" type="parTrans" cxnId="{ECD4A834-4070-482D-9C3D-3F08254C2BE9}">
      <dgm:prSet/>
      <dgm:spPr/>
      <dgm:t>
        <a:bodyPr/>
        <a:lstStyle/>
        <a:p>
          <a:endParaRPr lang="en-US"/>
        </a:p>
      </dgm:t>
    </dgm:pt>
    <dgm:pt modelId="{03108188-5FC1-4153-A3AC-2EF116343556}" type="sibTrans" cxnId="{ECD4A834-4070-482D-9C3D-3F08254C2BE9}">
      <dgm:prSet/>
      <dgm:spPr/>
      <dgm:t>
        <a:bodyPr/>
        <a:lstStyle/>
        <a:p>
          <a:endParaRPr lang="en-US"/>
        </a:p>
      </dgm:t>
    </dgm:pt>
    <dgm:pt modelId="{7F8DB8F1-B3FE-4595-A83E-289C7B78C5EC}">
      <dgm:prSet/>
      <dgm:spPr/>
      <dgm:t>
        <a:bodyPr/>
        <a:lstStyle/>
        <a:p>
          <a:r>
            <a:rPr lang="en-US" b="1" dirty="0"/>
            <a:t>Most interested in discussing the results with someone </a:t>
          </a:r>
        </a:p>
        <a:p>
          <a:r>
            <a:rPr lang="en-US" b="1" dirty="0"/>
            <a:t>(36% vs 28%)</a:t>
          </a:r>
          <a:endParaRPr lang="en-US" dirty="0"/>
        </a:p>
      </dgm:t>
    </dgm:pt>
    <dgm:pt modelId="{D6F19514-46F4-40FC-B0EE-AE40EDF73C2B}" type="parTrans" cxnId="{1932A60F-1990-4F9A-9AF0-0F02D2D8660E}">
      <dgm:prSet/>
      <dgm:spPr/>
      <dgm:t>
        <a:bodyPr/>
        <a:lstStyle/>
        <a:p>
          <a:endParaRPr lang="en-US"/>
        </a:p>
      </dgm:t>
    </dgm:pt>
    <dgm:pt modelId="{FD34313E-FBEF-4B67-B4F8-4679914AAA97}" type="sibTrans" cxnId="{1932A60F-1990-4F9A-9AF0-0F02D2D8660E}">
      <dgm:prSet/>
      <dgm:spPr/>
      <dgm:t>
        <a:bodyPr/>
        <a:lstStyle/>
        <a:p>
          <a:endParaRPr lang="en-US"/>
        </a:p>
      </dgm:t>
    </dgm:pt>
    <dgm:pt modelId="{F4ED2553-A955-4812-8D0B-E1DF552431DB}">
      <dgm:prSet/>
      <dgm:spPr/>
      <dgm:t>
        <a:bodyPr/>
        <a:lstStyle/>
        <a:p>
          <a:r>
            <a:rPr lang="en-US" b="1" dirty="0"/>
            <a:t>More likely to find treatment </a:t>
          </a:r>
        </a:p>
        <a:p>
          <a:r>
            <a:rPr lang="en-US" b="1" dirty="0"/>
            <a:t>(27% vs 18%)</a:t>
          </a:r>
          <a:endParaRPr lang="en-US" dirty="0"/>
        </a:p>
      </dgm:t>
    </dgm:pt>
    <dgm:pt modelId="{3765B3D1-A5F9-4EBF-ACF9-E3E7B72E6BF1}" type="parTrans" cxnId="{73FAFC9F-9B2C-4606-93C7-69A969601AE6}">
      <dgm:prSet/>
      <dgm:spPr/>
      <dgm:t>
        <a:bodyPr/>
        <a:lstStyle/>
        <a:p>
          <a:endParaRPr lang="en-US"/>
        </a:p>
      </dgm:t>
    </dgm:pt>
    <dgm:pt modelId="{6166CF71-C3D0-4907-B5B6-5281E53FFB80}" type="sibTrans" cxnId="{73FAFC9F-9B2C-4606-93C7-69A969601AE6}">
      <dgm:prSet/>
      <dgm:spPr/>
      <dgm:t>
        <a:bodyPr/>
        <a:lstStyle/>
        <a:p>
          <a:endParaRPr lang="en-US"/>
        </a:p>
      </dgm:t>
    </dgm:pt>
    <dgm:pt modelId="{D684EF1C-2469-4030-8A42-9506274EE287}">
      <dgm:prSet/>
      <dgm:spPr/>
      <dgm:t>
        <a:bodyPr/>
        <a:lstStyle/>
        <a:p>
          <a:r>
            <a:rPr lang="en-US" b="1" dirty="0"/>
            <a:t>More likely to have comorbid health problems </a:t>
          </a:r>
        </a:p>
        <a:p>
          <a:r>
            <a:rPr lang="en-US" b="1" dirty="0"/>
            <a:t>(22% vs 13%)</a:t>
          </a:r>
          <a:endParaRPr lang="en-US" dirty="0"/>
        </a:p>
      </dgm:t>
    </dgm:pt>
    <dgm:pt modelId="{8AD7A972-50D3-4DF1-9D77-EC36750EC08A}" type="parTrans" cxnId="{064DF244-EC49-473A-8FF0-4CEF80FB3F18}">
      <dgm:prSet/>
      <dgm:spPr/>
      <dgm:t>
        <a:bodyPr/>
        <a:lstStyle/>
        <a:p>
          <a:endParaRPr lang="en-US"/>
        </a:p>
      </dgm:t>
    </dgm:pt>
    <dgm:pt modelId="{14B4F49A-40A9-404F-8925-3A295BD62E82}" type="sibTrans" cxnId="{064DF244-EC49-473A-8FF0-4CEF80FB3F18}">
      <dgm:prSet/>
      <dgm:spPr/>
      <dgm:t>
        <a:bodyPr/>
        <a:lstStyle/>
        <a:p>
          <a:endParaRPr lang="en-US"/>
        </a:p>
      </dgm:t>
    </dgm:pt>
    <dgm:pt modelId="{648B4E5B-A4BA-4546-9D2E-F4BF852F2F4C}" type="pres">
      <dgm:prSet presAssocID="{D96D8A53-709A-4C85-96D0-0364B595E5E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F764C0F-DCFA-42FB-9972-346A565C7D9D}" type="pres">
      <dgm:prSet presAssocID="{D96D8A53-709A-4C85-96D0-0364B595E5E4}" presName="matrix" presStyleCnt="0"/>
      <dgm:spPr/>
    </dgm:pt>
    <dgm:pt modelId="{4FF91A3D-FD5F-4981-9296-493291327AE2}" type="pres">
      <dgm:prSet presAssocID="{D96D8A53-709A-4C85-96D0-0364B595E5E4}" presName="tile1" presStyleLbl="node1" presStyleIdx="0" presStyleCnt="4" custLinFactNeighborX="216" custLinFactNeighborY="-5553"/>
      <dgm:spPr/>
    </dgm:pt>
    <dgm:pt modelId="{2548F9EE-1613-4335-BBC3-61B907276EB7}" type="pres">
      <dgm:prSet presAssocID="{D96D8A53-709A-4C85-96D0-0364B595E5E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FE6FD8-3818-4B98-A111-B72FC4DF5D52}" type="pres">
      <dgm:prSet presAssocID="{D96D8A53-709A-4C85-96D0-0364B595E5E4}" presName="tile2" presStyleLbl="node1" presStyleIdx="1" presStyleCnt="4" custLinFactNeighborY="-337"/>
      <dgm:spPr/>
    </dgm:pt>
    <dgm:pt modelId="{C962E26E-B03D-4A9B-9FDB-1DCA71B68CEF}" type="pres">
      <dgm:prSet presAssocID="{D96D8A53-709A-4C85-96D0-0364B595E5E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026040C-2D8F-4B24-B7B5-527EB4D1BBED}" type="pres">
      <dgm:prSet presAssocID="{D96D8A53-709A-4C85-96D0-0364B595E5E4}" presName="tile3" presStyleLbl="node1" presStyleIdx="2" presStyleCnt="4"/>
      <dgm:spPr/>
    </dgm:pt>
    <dgm:pt modelId="{74EC23A6-AAC9-474B-B8CA-CCAB72365CEB}" type="pres">
      <dgm:prSet presAssocID="{D96D8A53-709A-4C85-96D0-0364B595E5E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75E85DC-DEBE-4FD3-BE86-5408C54F798D}" type="pres">
      <dgm:prSet presAssocID="{D96D8A53-709A-4C85-96D0-0364B595E5E4}" presName="tile4" presStyleLbl="node1" presStyleIdx="3" presStyleCnt="4"/>
      <dgm:spPr/>
    </dgm:pt>
    <dgm:pt modelId="{FC486534-0EC2-47F6-A4C5-F98B7DD36493}" type="pres">
      <dgm:prSet presAssocID="{D96D8A53-709A-4C85-96D0-0364B595E5E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93670CFC-54ED-4BC4-865C-891656A54510}" type="pres">
      <dgm:prSet presAssocID="{D96D8A53-709A-4C85-96D0-0364B595E5E4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1932A60F-1990-4F9A-9AF0-0F02D2D8660E}" srcId="{7BD48A0B-89D2-4E1D-A29A-A9094B862F40}" destId="{7F8DB8F1-B3FE-4595-A83E-289C7B78C5EC}" srcOrd="1" destOrd="0" parTransId="{D6F19514-46F4-40FC-B0EE-AE40EDF73C2B}" sibTransId="{FD34313E-FBEF-4B67-B4F8-4679914AAA97}"/>
    <dgm:cxn modelId="{1E471D2E-7F78-4DC0-BE58-B27D66F8E867}" type="presOf" srcId="{7BD48A0B-89D2-4E1D-A29A-A9094B862F40}" destId="{93670CFC-54ED-4BC4-865C-891656A54510}" srcOrd="0" destOrd="0" presId="urn:microsoft.com/office/officeart/2005/8/layout/matrix1"/>
    <dgm:cxn modelId="{52BA9334-94CD-451B-AA81-A45DDA2FD0F5}" type="presOf" srcId="{7F8DB8F1-B3FE-4595-A83E-289C7B78C5EC}" destId="{DAFE6FD8-3818-4B98-A111-B72FC4DF5D52}" srcOrd="0" destOrd="0" presId="urn:microsoft.com/office/officeart/2005/8/layout/matrix1"/>
    <dgm:cxn modelId="{ECD4A834-4070-482D-9C3D-3F08254C2BE9}" srcId="{7BD48A0B-89D2-4E1D-A29A-A9094B862F40}" destId="{AF27A073-A005-4C47-9F8C-C3162F9C9021}" srcOrd="0" destOrd="0" parTransId="{BB764BC0-159E-4C61-8616-03BE4962430F}" sibTransId="{03108188-5FC1-4153-A3AC-2EF116343556}"/>
    <dgm:cxn modelId="{064DF244-EC49-473A-8FF0-4CEF80FB3F18}" srcId="{7BD48A0B-89D2-4E1D-A29A-A9094B862F40}" destId="{D684EF1C-2469-4030-8A42-9506274EE287}" srcOrd="3" destOrd="0" parTransId="{8AD7A972-50D3-4DF1-9D77-EC36750EC08A}" sibTransId="{14B4F49A-40A9-404F-8925-3A295BD62E82}"/>
    <dgm:cxn modelId="{A8049668-C0C3-4BC5-88B3-7F6BC80667DB}" type="presOf" srcId="{AF27A073-A005-4C47-9F8C-C3162F9C9021}" destId="{2548F9EE-1613-4335-BBC3-61B907276EB7}" srcOrd="1" destOrd="0" presId="urn:microsoft.com/office/officeart/2005/8/layout/matrix1"/>
    <dgm:cxn modelId="{D6E5B96E-928B-410A-8CD9-D2389FC156B3}" type="presOf" srcId="{D684EF1C-2469-4030-8A42-9506274EE287}" destId="{775E85DC-DEBE-4FD3-BE86-5408C54F798D}" srcOrd="0" destOrd="0" presId="urn:microsoft.com/office/officeart/2005/8/layout/matrix1"/>
    <dgm:cxn modelId="{0445D17A-6714-4FEA-86C2-A0BF6790437E}" type="presOf" srcId="{F4ED2553-A955-4812-8D0B-E1DF552431DB}" destId="{3026040C-2D8F-4B24-B7B5-527EB4D1BBED}" srcOrd="0" destOrd="0" presId="urn:microsoft.com/office/officeart/2005/8/layout/matrix1"/>
    <dgm:cxn modelId="{2AC52A7B-0BF5-4069-B26A-8B6D3E20203A}" type="presOf" srcId="{D684EF1C-2469-4030-8A42-9506274EE287}" destId="{FC486534-0EC2-47F6-A4C5-F98B7DD36493}" srcOrd="1" destOrd="0" presId="urn:microsoft.com/office/officeart/2005/8/layout/matrix1"/>
    <dgm:cxn modelId="{2D21A581-6C1A-4620-AD43-45638B5591A5}" type="presOf" srcId="{F4ED2553-A955-4812-8D0B-E1DF552431DB}" destId="{74EC23A6-AAC9-474B-B8CA-CCAB72365CEB}" srcOrd="1" destOrd="0" presId="urn:microsoft.com/office/officeart/2005/8/layout/matrix1"/>
    <dgm:cxn modelId="{2785B285-7BE2-4257-B9E2-4C2C14B03336}" srcId="{D96D8A53-709A-4C85-96D0-0364B595E5E4}" destId="{7BD48A0B-89D2-4E1D-A29A-A9094B862F40}" srcOrd="0" destOrd="0" parTransId="{CA0DF664-B205-43F5-BF2F-C1DF5EC45AAF}" sibTransId="{1F27724E-3575-4249-A72C-551D48AAC90A}"/>
    <dgm:cxn modelId="{73FAFC9F-9B2C-4606-93C7-69A969601AE6}" srcId="{7BD48A0B-89D2-4E1D-A29A-A9094B862F40}" destId="{F4ED2553-A955-4812-8D0B-E1DF552431DB}" srcOrd="2" destOrd="0" parTransId="{3765B3D1-A5F9-4EBF-ACF9-E3E7B72E6BF1}" sibTransId="{6166CF71-C3D0-4907-B5B6-5281E53FFB80}"/>
    <dgm:cxn modelId="{81A8E1AC-4A07-4D93-83BD-31CF5CC5B8B4}" type="presOf" srcId="{AF27A073-A005-4C47-9F8C-C3162F9C9021}" destId="{4FF91A3D-FD5F-4981-9296-493291327AE2}" srcOrd="0" destOrd="0" presId="urn:microsoft.com/office/officeart/2005/8/layout/matrix1"/>
    <dgm:cxn modelId="{E47372DD-DEC8-4EA2-ADC3-D32C479B69B0}" type="presOf" srcId="{7F8DB8F1-B3FE-4595-A83E-289C7B78C5EC}" destId="{C962E26E-B03D-4A9B-9FDB-1DCA71B68CEF}" srcOrd="1" destOrd="0" presId="urn:microsoft.com/office/officeart/2005/8/layout/matrix1"/>
    <dgm:cxn modelId="{D33F77F8-BC56-480C-8608-55C7400818DA}" type="presOf" srcId="{D96D8A53-709A-4C85-96D0-0364B595E5E4}" destId="{648B4E5B-A4BA-4546-9D2E-F4BF852F2F4C}" srcOrd="0" destOrd="0" presId="urn:microsoft.com/office/officeart/2005/8/layout/matrix1"/>
    <dgm:cxn modelId="{0EC2B36F-3FAA-44B8-AE17-1C67FE5F6F24}" type="presParOf" srcId="{648B4E5B-A4BA-4546-9D2E-F4BF852F2F4C}" destId="{3F764C0F-DCFA-42FB-9972-346A565C7D9D}" srcOrd="0" destOrd="0" presId="urn:microsoft.com/office/officeart/2005/8/layout/matrix1"/>
    <dgm:cxn modelId="{919CB9B5-8E11-42A3-8E74-65039B0EF278}" type="presParOf" srcId="{3F764C0F-DCFA-42FB-9972-346A565C7D9D}" destId="{4FF91A3D-FD5F-4981-9296-493291327AE2}" srcOrd="0" destOrd="0" presId="urn:microsoft.com/office/officeart/2005/8/layout/matrix1"/>
    <dgm:cxn modelId="{1A3B12C1-4AC1-4D27-8076-31ABD36FA372}" type="presParOf" srcId="{3F764C0F-DCFA-42FB-9972-346A565C7D9D}" destId="{2548F9EE-1613-4335-BBC3-61B907276EB7}" srcOrd="1" destOrd="0" presId="urn:microsoft.com/office/officeart/2005/8/layout/matrix1"/>
    <dgm:cxn modelId="{9A908DD0-063C-42DE-9CD2-3A2420E26819}" type="presParOf" srcId="{3F764C0F-DCFA-42FB-9972-346A565C7D9D}" destId="{DAFE6FD8-3818-4B98-A111-B72FC4DF5D52}" srcOrd="2" destOrd="0" presId="urn:microsoft.com/office/officeart/2005/8/layout/matrix1"/>
    <dgm:cxn modelId="{C09F8799-8AE8-4CC4-9F38-7D5025DFBD9E}" type="presParOf" srcId="{3F764C0F-DCFA-42FB-9972-346A565C7D9D}" destId="{C962E26E-B03D-4A9B-9FDB-1DCA71B68CEF}" srcOrd="3" destOrd="0" presId="urn:microsoft.com/office/officeart/2005/8/layout/matrix1"/>
    <dgm:cxn modelId="{F79ACB40-A96F-484E-97ED-E61467005549}" type="presParOf" srcId="{3F764C0F-DCFA-42FB-9972-346A565C7D9D}" destId="{3026040C-2D8F-4B24-B7B5-527EB4D1BBED}" srcOrd="4" destOrd="0" presId="urn:microsoft.com/office/officeart/2005/8/layout/matrix1"/>
    <dgm:cxn modelId="{2949275F-C0CB-4066-BAE7-E59EA8A3E972}" type="presParOf" srcId="{3F764C0F-DCFA-42FB-9972-346A565C7D9D}" destId="{74EC23A6-AAC9-474B-B8CA-CCAB72365CEB}" srcOrd="5" destOrd="0" presId="urn:microsoft.com/office/officeart/2005/8/layout/matrix1"/>
    <dgm:cxn modelId="{8561D2DD-993C-4FA5-8166-2ABCCBF9C62E}" type="presParOf" srcId="{3F764C0F-DCFA-42FB-9972-346A565C7D9D}" destId="{775E85DC-DEBE-4FD3-BE86-5408C54F798D}" srcOrd="6" destOrd="0" presId="urn:microsoft.com/office/officeart/2005/8/layout/matrix1"/>
    <dgm:cxn modelId="{24F50F8D-2426-4813-81CD-5048FB083CDB}" type="presParOf" srcId="{3F764C0F-DCFA-42FB-9972-346A565C7D9D}" destId="{FC486534-0EC2-47F6-A4C5-F98B7DD36493}" srcOrd="7" destOrd="0" presId="urn:microsoft.com/office/officeart/2005/8/layout/matrix1"/>
    <dgm:cxn modelId="{845F7A6E-F602-45EC-9C9B-11FBC794AFDD}" type="presParOf" srcId="{648B4E5B-A4BA-4546-9D2E-F4BF852F2F4C}" destId="{93670CFC-54ED-4BC4-865C-891656A5451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330CAC7-67AB-4C54-A148-23CC73029BB8}" type="doc">
      <dgm:prSet loTypeId="urn:microsoft.com/office/officeart/2005/8/layout/rings+Icon" loCatId="officeonlin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EB0FF5B-F993-4E9D-963F-C7F62540CE28}">
      <dgm:prSet/>
      <dgm:spPr/>
      <dgm:t>
        <a:bodyPr/>
        <a:lstStyle/>
        <a:p>
          <a:r>
            <a:rPr lang="en-US" b="1" dirty="0"/>
            <a:t>Older depression screeners: </a:t>
          </a:r>
          <a:r>
            <a:rPr lang="en-US" b="1" u="sng" dirty="0"/>
            <a:t>more</a:t>
          </a:r>
          <a:r>
            <a:rPr lang="en-US" b="1" dirty="0"/>
            <a:t> likely to be male, white than younger cohort</a:t>
          </a:r>
          <a:endParaRPr lang="en-US" dirty="0"/>
        </a:p>
      </dgm:t>
    </dgm:pt>
    <dgm:pt modelId="{2EEB0365-A88E-456E-9070-47BC5DB34A27}" type="parTrans" cxnId="{2D098212-CD99-42CA-9E6C-7F2F34BED436}">
      <dgm:prSet/>
      <dgm:spPr/>
      <dgm:t>
        <a:bodyPr/>
        <a:lstStyle/>
        <a:p>
          <a:endParaRPr lang="en-US"/>
        </a:p>
      </dgm:t>
    </dgm:pt>
    <dgm:pt modelId="{2B8CC83B-4450-4A67-9A35-42A7F4FE3EFF}" type="sibTrans" cxnId="{2D098212-CD99-42CA-9E6C-7F2F34BED436}">
      <dgm:prSet/>
      <dgm:spPr/>
      <dgm:t>
        <a:bodyPr/>
        <a:lstStyle/>
        <a:p>
          <a:endParaRPr lang="en-US"/>
        </a:p>
      </dgm:t>
    </dgm:pt>
    <dgm:pt modelId="{87A90C7C-3BCB-41AC-B8FC-965C8FCF3EFC}">
      <dgm:prSet/>
      <dgm:spPr/>
      <dgm:t>
        <a:bodyPr/>
        <a:lstStyle/>
        <a:p>
          <a:r>
            <a:rPr lang="en-US" b="1" dirty="0"/>
            <a:t>55% of individuals with severe depression report household incomes under $40,000 per year</a:t>
          </a:r>
          <a:endParaRPr lang="en-US" dirty="0"/>
        </a:p>
      </dgm:t>
    </dgm:pt>
    <dgm:pt modelId="{665C6265-49EE-4EF9-9717-F132823E9EEF}" type="parTrans" cxnId="{B2097764-032E-4E6A-81BC-C354A58A098D}">
      <dgm:prSet/>
      <dgm:spPr/>
      <dgm:t>
        <a:bodyPr/>
        <a:lstStyle/>
        <a:p>
          <a:endParaRPr lang="en-US"/>
        </a:p>
      </dgm:t>
    </dgm:pt>
    <dgm:pt modelId="{09535876-4524-47F7-AE9E-F30022D93440}" type="sibTrans" cxnId="{B2097764-032E-4E6A-81BC-C354A58A098D}">
      <dgm:prSet/>
      <dgm:spPr/>
      <dgm:t>
        <a:bodyPr/>
        <a:lstStyle/>
        <a:p>
          <a:endParaRPr lang="en-US"/>
        </a:p>
      </dgm:t>
    </dgm:pt>
    <dgm:pt modelId="{94026F31-69AD-4D5F-B447-CE52497B8DAB}">
      <dgm:prSet/>
      <dgm:spPr/>
      <dgm:t>
        <a:bodyPr/>
        <a:lstStyle/>
        <a:p>
          <a:r>
            <a:rPr lang="en-US" b="1" dirty="0"/>
            <a:t>18% of those age 55+ identify as caregivers</a:t>
          </a:r>
          <a:endParaRPr lang="en-US" dirty="0"/>
        </a:p>
      </dgm:t>
    </dgm:pt>
    <dgm:pt modelId="{5BEC32DE-360B-4D36-9ECE-DEBA02B82DE9}" type="parTrans" cxnId="{A77A9D47-F432-4E51-8F93-E5EF29BD0414}">
      <dgm:prSet/>
      <dgm:spPr/>
      <dgm:t>
        <a:bodyPr/>
        <a:lstStyle/>
        <a:p>
          <a:endParaRPr lang="en-US"/>
        </a:p>
      </dgm:t>
    </dgm:pt>
    <dgm:pt modelId="{F5620A9C-68C5-4C4F-81D6-5163F245749F}" type="sibTrans" cxnId="{A77A9D47-F432-4E51-8F93-E5EF29BD0414}">
      <dgm:prSet/>
      <dgm:spPr/>
      <dgm:t>
        <a:bodyPr/>
        <a:lstStyle/>
        <a:p>
          <a:endParaRPr lang="en-US"/>
        </a:p>
      </dgm:t>
    </dgm:pt>
    <dgm:pt modelId="{8FB4302D-AF41-484A-8464-038B6FEEAC5B}">
      <dgm:prSet/>
      <dgm:spPr/>
      <dgm:t>
        <a:bodyPr/>
        <a:lstStyle/>
        <a:p>
          <a:r>
            <a:rPr lang="en-US" b="1" dirty="0"/>
            <a:t>9% of severely depressed adults and 16% of all severely depressed people report another health condition </a:t>
          </a:r>
          <a:endParaRPr lang="en-US" dirty="0"/>
        </a:p>
      </dgm:t>
    </dgm:pt>
    <dgm:pt modelId="{ADF09FF8-1E0B-4ACE-B473-17BF4676F587}" type="parTrans" cxnId="{2DE42E0E-E8F0-4677-B40F-EE73ED74D681}">
      <dgm:prSet/>
      <dgm:spPr/>
      <dgm:t>
        <a:bodyPr/>
        <a:lstStyle/>
        <a:p>
          <a:endParaRPr lang="en-US"/>
        </a:p>
      </dgm:t>
    </dgm:pt>
    <dgm:pt modelId="{E517244A-8D63-4533-B2D7-B3E877C2B13B}" type="sibTrans" cxnId="{2DE42E0E-E8F0-4677-B40F-EE73ED74D681}">
      <dgm:prSet/>
      <dgm:spPr/>
      <dgm:t>
        <a:bodyPr/>
        <a:lstStyle/>
        <a:p>
          <a:endParaRPr lang="en-US"/>
        </a:p>
      </dgm:t>
    </dgm:pt>
    <dgm:pt modelId="{48BAA4E0-2806-4955-AF19-8A02F50DE986}">
      <dgm:prSet/>
      <dgm:spPr/>
      <dgm:t>
        <a:bodyPr/>
        <a:lstStyle/>
        <a:p>
          <a:r>
            <a:rPr lang="en-US" b="1" dirty="0"/>
            <a:t>58% of those reporting another health condition were under 25</a:t>
          </a:r>
          <a:endParaRPr lang="en-US" dirty="0"/>
        </a:p>
      </dgm:t>
    </dgm:pt>
    <dgm:pt modelId="{E3DCF77D-2079-4C8A-9017-ABCB677FE50D}" type="parTrans" cxnId="{369F9B64-A7A2-4A3A-B5F9-BE17B8AC3EB6}">
      <dgm:prSet/>
      <dgm:spPr/>
      <dgm:t>
        <a:bodyPr/>
        <a:lstStyle/>
        <a:p>
          <a:endParaRPr lang="en-US"/>
        </a:p>
      </dgm:t>
    </dgm:pt>
    <dgm:pt modelId="{CEDA19BF-9D0F-4017-BF37-7F87FF8C0346}" type="sibTrans" cxnId="{369F9B64-A7A2-4A3A-B5F9-BE17B8AC3EB6}">
      <dgm:prSet/>
      <dgm:spPr/>
      <dgm:t>
        <a:bodyPr/>
        <a:lstStyle/>
        <a:p>
          <a:endParaRPr lang="en-US"/>
        </a:p>
      </dgm:t>
    </dgm:pt>
    <dgm:pt modelId="{31EF3A32-0014-4EB5-BBD6-DF15838DD6F2}">
      <dgm:prSet/>
      <dgm:spPr/>
      <dgm:t>
        <a:bodyPr/>
        <a:lstStyle/>
        <a:p>
          <a:r>
            <a:rPr lang="en-US" b="1" dirty="0"/>
            <a:t>68% of those over 65 report a comorbid condition</a:t>
          </a:r>
          <a:endParaRPr lang="en-US" dirty="0"/>
        </a:p>
      </dgm:t>
    </dgm:pt>
    <dgm:pt modelId="{27C9D742-2374-4852-AE55-CC9AE9F0BCD6}" type="parTrans" cxnId="{CBC217C8-C7A2-4DD7-A851-11DD8D6E5783}">
      <dgm:prSet/>
      <dgm:spPr/>
      <dgm:t>
        <a:bodyPr/>
        <a:lstStyle/>
        <a:p>
          <a:endParaRPr lang="en-US"/>
        </a:p>
      </dgm:t>
    </dgm:pt>
    <dgm:pt modelId="{26A0A2CF-66C9-4330-AC44-B0835AD8DA7A}" type="sibTrans" cxnId="{CBC217C8-C7A2-4DD7-A851-11DD8D6E5783}">
      <dgm:prSet/>
      <dgm:spPr/>
      <dgm:t>
        <a:bodyPr/>
        <a:lstStyle/>
        <a:p>
          <a:endParaRPr lang="en-US"/>
        </a:p>
      </dgm:t>
    </dgm:pt>
    <dgm:pt modelId="{A38440E0-C90A-449D-B206-217999D0C1F0}" type="pres">
      <dgm:prSet presAssocID="{0330CAC7-67AB-4C54-A148-23CC73029BB8}" presName="Name0" presStyleCnt="0">
        <dgm:presLayoutVars>
          <dgm:chMax val="7"/>
          <dgm:dir/>
          <dgm:resizeHandles val="exact"/>
        </dgm:presLayoutVars>
      </dgm:prSet>
      <dgm:spPr/>
    </dgm:pt>
    <dgm:pt modelId="{C4347F0C-7850-4F93-A39D-C78141680C2B}" type="pres">
      <dgm:prSet presAssocID="{0330CAC7-67AB-4C54-A148-23CC73029BB8}" presName="ellipse1" presStyleLbl="vennNode1" presStyleIdx="0" presStyleCnt="6" custLinFactNeighborY="-17231">
        <dgm:presLayoutVars>
          <dgm:bulletEnabled val="1"/>
        </dgm:presLayoutVars>
      </dgm:prSet>
      <dgm:spPr/>
    </dgm:pt>
    <dgm:pt modelId="{ABE59569-46BA-48E4-8132-201EAD19FC53}" type="pres">
      <dgm:prSet presAssocID="{0330CAC7-67AB-4C54-A148-23CC73029BB8}" presName="ellipse2" presStyleLbl="vennNode1" presStyleIdx="1" presStyleCnt="6">
        <dgm:presLayoutVars>
          <dgm:bulletEnabled val="1"/>
        </dgm:presLayoutVars>
      </dgm:prSet>
      <dgm:spPr/>
    </dgm:pt>
    <dgm:pt modelId="{689BCE84-013E-4F05-BAF1-3792D9F30113}" type="pres">
      <dgm:prSet presAssocID="{0330CAC7-67AB-4C54-A148-23CC73029BB8}" presName="ellipse3" presStyleLbl="vennNode1" presStyleIdx="2" presStyleCnt="6" custLinFactNeighborX="-1071" custLinFactNeighborY="-17925">
        <dgm:presLayoutVars>
          <dgm:bulletEnabled val="1"/>
        </dgm:presLayoutVars>
      </dgm:prSet>
      <dgm:spPr/>
    </dgm:pt>
    <dgm:pt modelId="{7CC8C186-00DB-4D57-A67B-465C81FBFC77}" type="pres">
      <dgm:prSet presAssocID="{0330CAC7-67AB-4C54-A148-23CC73029BB8}" presName="ellipse4" presStyleLbl="vennNode1" presStyleIdx="3" presStyleCnt="6">
        <dgm:presLayoutVars>
          <dgm:bulletEnabled val="1"/>
        </dgm:presLayoutVars>
      </dgm:prSet>
      <dgm:spPr/>
    </dgm:pt>
    <dgm:pt modelId="{23CCD3FD-5574-4B10-A6EA-A116CCBFE9F1}" type="pres">
      <dgm:prSet presAssocID="{0330CAC7-67AB-4C54-A148-23CC73029BB8}" presName="ellipse5" presStyleLbl="vennNode1" presStyleIdx="4" presStyleCnt="6" custLinFactNeighborX="-47" custLinFactNeighborY="-18107">
        <dgm:presLayoutVars>
          <dgm:bulletEnabled val="1"/>
        </dgm:presLayoutVars>
      </dgm:prSet>
      <dgm:spPr/>
    </dgm:pt>
    <dgm:pt modelId="{43728471-4699-4A55-BD92-EBEFA26210C8}" type="pres">
      <dgm:prSet presAssocID="{0330CAC7-67AB-4C54-A148-23CC73029BB8}" presName="ellipse6" presStyleLbl="vennNode1" presStyleIdx="5" presStyleCnt="6">
        <dgm:presLayoutVars>
          <dgm:bulletEnabled val="1"/>
        </dgm:presLayoutVars>
      </dgm:prSet>
      <dgm:spPr/>
    </dgm:pt>
  </dgm:ptLst>
  <dgm:cxnLst>
    <dgm:cxn modelId="{2DE42E0E-E8F0-4677-B40F-EE73ED74D681}" srcId="{0330CAC7-67AB-4C54-A148-23CC73029BB8}" destId="{8FB4302D-AF41-484A-8464-038B6FEEAC5B}" srcOrd="3" destOrd="0" parTransId="{ADF09FF8-1E0B-4ACE-B473-17BF4676F587}" sibTransId="{E517244A-8D63-4533-B2D7-B3E877C2B13B}"/>
    <dgm:cxn modelId="{1B0EA010-1173-4B02-BA46-C4D9CAD15B1F}" type="presOf" srcId="{48BAA4E0-2806-4955-AF19-8A02F50DE986}" destId="{23CCD3FD-5574-4B10-A6EA-A116CCBFE9F1}" srcOrd="0" destOrd="0" presId="urn:microsoft.com/office/officeart/2005/8/layout/rings+Icon"/>
    <dgm:cxn modelId="{2D098212-CD99-42CA-9E6C-7F2F34BED436}" srcId="{0330CAC7-67AB-4C54-A148-23CC73029BB8}" destId="{3EB0FF5B-F993-4E9D-963F-C7F62540CE28}" srcOrd="0" destOrd="0" parTransId="{2EEB0365-A88E-456E-9070-47BC5DB34A27}" sibTransId="{2B8CC83B-4450-4A67-9A35-42A7F4FE3EFF}"/>
    <dgm:cxn modelId="{B2097764-032E-4E6A-81BC-C354A58A098D}" srcId="{0330CAC7-67AB-4C54-A148-23CC73029BB8}" destId="{87A90C7C-3BCB-41AC-B8FC-965C8FCF3EFC}" srcOrd="1" destOrd="0" parTransId="{665C6265-49EE-4EF9-9717-F132823E9EEF}" sibTransId="{09535876-4524-47F7-AE9E-F30022D93440}"/>
    <dgm:cxn modelId="{369F9B64-A7A2-4A3A-B5F9-BE17B8AC3EB6}" srcId="{0330CAC7-67AB-4C54-A148-23CC73029BB8}" destId="{48BAA4E0-2806-4955-AF19-8A02F50DE986}" srcOrd="4" destOrd="0" parTransId="{E3DCF77D-2079-4C8A-9017-ABCB677FE50D}" sibTransId="{CEDA19BF-9D0F-4017-BF37-7F87FF8C0346}"/>
    <dgm:cxn modelId="{A77A9D47-F432-4E51-8F93-E5EF29BD0414}" srcId="{0330CAC7-67AB-4C54-A148-23CC73029BB8}" destId="{94026F31-69AD-4D5F-B447-CE52497B8DAB}" srcOrd="2" destOrd="0" parTransId="{5BEC32DE-360B-4D36-9ECE-DEBA02B82DE9}" sibTransId="{F5620A9C-68C5-4C4F-81D6-5163F245749F}"/>
    <dgm:cxn modelId="{ED63794B-F377-4128-8BE8-125784B68A91}" type="presOf" srcId="{31EF3A32-0014-4EB5-BBD6-DF15838DD6F2}" destId="{43728471-4699-4A55-BD92-EBEFA26210C8}" srcOrd="0" destOrd="0" presId="urn:microsoft.com/office/officeart/2005/8/layout/rings+Icon"/>
    <dgm:cxn modelId="{A281D078-1D7A-43D2-909A-68E21D52E4F1}" type="presOf" srcId="{87A90C7C-3BCB-41AC-B8FC-965C8FCF3EFC}" destId="{ABE59569-46BA-48E4-8132-201EAD19FC53}" srcOrd="0" destOrd="0" presId="urn:microsoft.com/office/officeart/2005/8/layout/rings+Icon"/>
    <dgm:cxn modelId="{954A8FB1-9C95-40B9-9082-737E5F400F73}" type="presOf" srcId="{3EB0FF5B-F993-4E9D-963F-C7F62540CE28}" destId="{C4347F0C-7850-4F93-A39D-C78141680C2B}" srcOrd="0" destOrd="0" presId="urn:microsoft.com/office/officeart/2005/8/layout/rings+Icon"/>
    <dgm:cxn modelId="{978A77B9-F376-4806-BA1D-D0BA6788EBF3}" type="presOf" srcId="{0330CAC7-67AB-4C54-A148-23CC73029BB8}" destId="{A38440E0-C90A-449D-B206-217999D0C1F0}" srcOrd="0" destOrd="0" presId="urn:microsoft.com/office/officeart/2005/8/layout/rings+Icon"/>
    <dgm:cxn modelId="{CBC217C8-C7A2-4DD7-A851-11DD8D6E5783}" srcId="{0330CAC7-67AB-4C54-A148-23CC73029BB8}" destId="{31EF3A32-0014-4EB5-BBD6-DF15838DD6F2}" srcOrd="5" destOrd="0" parTransId="{27C9D742-2374-4852-AE55-CC9AE9F0BCD6}" sibTransId="{26A0A2CF-66C9-4330-AC44-B0835AD8DA7A}"/>
    <dgm:cxn modelId="{BE01A4F0-3A0F-45CE-8B3C-FB143E3CA90B}" type="presOf" srcId="{94026F31-69AD-4D5F-B447-CE52497B8DAB}" destId="{689BCE84-013E-4F05-BAF1-3792D9F30113}" srcOrd="0" destOrd="0" presId="urn:microsoft.com/office/officeart/2005/8/layout/rings+Icon"/>
    <dgm:cxn modelId="{DBB503FA-D197-4F6C-A28A-C9F3F27C7B54}" type="presOf" srcId="{8FB4302D-AF41-484A-8464-038B6FEEAC5B}" destId="{7CC8C186-00DB-4D57-A67B-465C81FBFC77}" srcOrd="0" destOrd="0" presId="urn:microsoft.com/office/officeart/2005/8/layout/rings+Icon"/>
    <dgm:cxn modelId="{D1032BD4-AB3E-4ADC-8EA0-4B43CA9E5E7A}" type="presParOf" srcId="{A38440E0-C90A-449D-B206-217999D0C1F0}" destId="{C4347F0C-7850-4F93-A39D-C78141680C2B}" srcOrd="0" destOrd="0" presId="urn:microsoft.com/office/officeart/2005/8/layout/rings+Icon"/>
    <dgm:cxn modelId="{9DD0CBD3-AB0C-415A-8A33-B85CC13722D9}" type="presParOf" srcId="{A38440E0-C90A-449D-B206-217999D0C1F0}" destId="{ABE59569-46BA-48E4-8132-201EAD19FC53}" srcOrd="1" destOrd="0" presId="urn:microsoft.com/office/officeart/2005/8/layout/rings+Icon"/>
    <dgm:cxn modelId="{2FCB6B32-3E25-4BD8-9CA8-E244EE12B4D9}" type="presParOf" srcId="{A38440E0-C90A-449D-B206-217999D0C1F0}" destId="{689BCE84-013E-4F05-BAF1-3792D9F30113}" srcOrd="2" destOrd="0" presId="urn:microsoft.com/office/officeart/2005/8/layout/rings+Icon"/>
    <dgm:cxn modelId="{59F436C2-6977-4CCF-AEC1-5EA83BC3D4AE}" type="presParOf" srcId="{A38440E0-C90A-449D-B206-217999D0C1F0}" destId="{7CC8C186-00DB-4D57-A67B-465C81FBFC77}" srcOrd="3" destOrd="0" presId="urn:microsoft.com/office/officeart/2005/8/layout/rings+Icon"/>
    <dgm:cxn modelId="{51659E5B-0BB7-4584-937E-CC8838B40DF8}" type="presParOf" srcId="{A38440E0-C90A-449D-B206-217999D0C1F0}" destId="{23CCD3FD-5574-4B10-A6EA-A116CCBFE9F1}" srcOrd="4" destOrd="0" presId="urn:microsoft.com/office/officeart/2005/8/layout/rings+Icon"/>
    <dgm:cxn modelId="{00EA3561-EAF2-4ADE-A2FD-9604B3112A3B}" type="presParOf" srcId="{A38440E0-C90A-449D-B206-217999D0C1F0}" destId="{43728471-4699-4A55-BD92-EBEFA26210C8}" srcOrd="5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DDC9FC5-7F62-487E-8CCB-B2BDBF7CF28D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CEE3906-E66F-44D1-A0B7-97BD70A73CE7}">
      <dgm:prSet/>
      <dgm:spPr/>
      <dgm:t>
        <a:bodyPr/>
        <a:lstStyle/>
        <a:p>
          <a:r>
            <a:rPr lang="en-US" b="1" dirty="0"/>
            <a:t>20% identify as a student</a:t>
          </a:r>
          <a:endParaRPr lang="en-US" dirty="0"/>
        </a:p>
      </dgm:t>
    </dgm:pt>
    <dgm:pt modelId="{0A892EC1-CC86-4689-B5D2-F6CABC3D9DA7}" type="parTrans" cxnId="{8DDF2A81-0E82-4CBF-A07E-F68B9D773D2F}">
      <dgm:prSet/>
      <dgm:spPr/>
      <dgm:t>
        <a:bodyPr/>
        <a:lstStyle/>
        <a:p>
          <a:endParaRPr lang="en-US"/>
        </a:p>
      </dgm:t>
    </dgm:pt>
    <dgm:pt modelId="{430C9B0B-8F5F-4E29-97C6-5BC591EC725F}" type="sibTrans" cxnId="{8DDF2A81-0E82-4CBF-A07E-F68B9D773D2F}">
      <dgm:prSet/>
      <dgm:spPr/>
      <dgm:t>
        <a:bodyPr/>
        <a:lstStyle/>
        <a:p>
          <a:endParaRPr lang="en-US"/>
        </a:p>
      </dgm:t>
    </dgm:pt>
    <dgm:pt modelId="{309435DE-D814-4F54-84CB-D35CCEABFBEC}">
      <dgm:prSet/>
      <dgm:spPr/>
      <dgm:t>
        <a:bodyPr/>
        <a:lstStyle/>
        <a:p>
          <a:r>
            <a:rPr lang="en-US" b="1" dirty="0"/>
            <a:t>10% identify as LGBT</a:t>
          </a:r>
          <a:endParaRPr lang="en-US" dirty="0"/>
        </a:p>
      </dgm:t>
    </dgm:pt>
    <dgm:pt modelId="{1114998E-0D53-4FD1-BD54-C4182F87C6A5}" type="parTrans" cxnId="{24C0DB67-3F9A-4167-9B9B-8958537A9AF0}">
      <dgm:prSet/>
      <dgm:spPr/>
      <dgm:t>
        <a:bodyPr/>
        <a:lstStyle/>
        <a:p>
          <a:endParaRPr lang="en-US"/>
        </a:p>
      </dgm:t>
    </dgm:pt>
    <dgm:pt modelId="{9BAD25E9-859C-42ED-BD19-9BE2B5805AC5}" type="sibTrans" cxnId="{24C0DB67-3F9A-4167-9B9B-8958537A9AF0}">
      <dgm:prSet/>
      <dgm:spPr/>
      <dgm:t>
        <a:bodyPr/>
        <a:lstStyle/>
        <a:p>
          <a:endParaRPr lang="en-US"/>
        </a:p>
      </dgm:t>
    </dgm:pt>
    <dgm:pt modelId="{F86264AE-BDD1-4431-A681-2243CCBA2C42}">
      <dgm:prSet/>
      <dgm:spPr/>
      <dgm:t>
        <a:bodyPr/>
        <a:lstStyle/>
        <a:p>
          <a:r>
            <a:rPr lang="en-US" b="1" dirty="0"/>
            <a:t>7% identify as caregiver of someone living with emotional or physical illness.</a:t>
          </a:r>
          <a:endParaRPr lang="en-US" dirty="0"/>
        </a:p>
      </dgm:t>
    </dgm:pt>
    <dgm:pt modelId="{DA13D34D-C3C1-4134-9C49-0B5B4D839DED}" type="parTrans" cxnId="{7FB53B6C-2FA0-4639-9C53-C35C9442EBE5}">
      <dgm:prSet/>
      <dgm:spPr/>
      <dgm:t>
        <a:bodyPr/>
        <a:lstStyle/>
        <a:p>
          <a:endParaRPr lang="en-US"/>
        </a:p>
      </dgm:t>
    </dgm:pt>
    <dgm:pt modelId="{EE752032-50C8-4328-9D7F-1B226085ED63}" type="sibTrans" cxnId="{7FB53B6C-2FA0-4639-9C53-C35C9442EBE5}">
      <dgm:prSet/>
      <dgm:spPr/>
      <dgm:t>
        <a:bodyPr/>
        <a:lstStyle/>
        <a:p>
          <a:endParaRPr lang="en-US"/>
        </a:p>
      </dgm:t>
    </dgm:pt>
    <dgm:pt modelId="{A720D076-DCDA-4741-82AE-DC329068F9A5}">
      <dgm:prSet/>
      <dgm:spPr/>
      <dgm:t>
        <a:bodyPr/>
        <a:lstStyle/>
        <a:p>
          <a:r>
            <a:rPr lang="en-US" b="1" dirty="0"/>
            <a:t>4% identify as new or expecting mother</a:t>
          </a:r>
          <a:endParaRPr lang="en-US" dirty="0"/>
        </a:p>
      </dgm:t>
    </dgm:pt>
    <dgm:pt modelId="{777B2B67-C981-421C-AE1E-0089BBF6B6CC}" type="parTrans" cxnId="{6B005600-EA5B-46C5-9779-9C3747B976F0}">
      <dgm:prSet/>
      <dgm:spPr/>
      <dgm:t>
        <a:bodyPr/>
        <a:lstStyle/>
        <a:p>
          <a:endParaRPr lang="en-US"/>
        </a:p>
      </dgm:t>
    </dgm:pt>
    <dgm:pt modelId="{954CF40F-4059-4085-BC22-CD956A20CA6B}" type="sibTrans" cxnId="{6B005600-EA5B-46C5-9779-9C3747B976F0}">
      <dgm:prSet/>
      <dgm:spPr/>
      <dgm:t>
        <a:bodyPr/>
        <a:lstStyle/>
        <a:p>
          <a:endParaRPr lang="en-US"/>
        </a:p>
      </dgm:t>
    </dgm:pt>
    <dgm:pt modelId="{80858415-1551-4E6F-87B1-71306807D0D7}">
      <dgm:prSet/>
      <dgm:spPr/>
      <dgm:t>
        <a:bodyPr/>
        <a:lstStyle/>
        <a:p>
          <a:r>
            <a:rPr lang="en-US" b="1" dirty="0"/>
            <a:t>31% report a co-morbid health conditions</a:t>
          </a:r>
          <a:endParaRPr lang="en-US" dirty="0"/>
        </a:p>
      </dgm:t>
    </dgm:pt>
    <dgm:pt modelId="{7D2432D4-D82B-40DD-BF4C-8281ADA9826A}" type="parTrans" cxnId="{CAF6C169-DC5B-4D78-A698-0771836F3113}">
      <dgm:prSet/>
      <dgm:spPr/>
      <dgm:t>
        <a:bodyPr/>
        <a:lstStyle/>
        <a:p>
          <a:endParaRPr lang="en-US"/>
        </a:p>
      </dgm:t>
    </dgm:pt>
    <dgm:pt modelId="{DF27E072-ACC9-4F0C-8189-E4B9C9938602}" type="sibTrans" cxnId="{CAF6C169-DC5B-4D78-A698-0771836F3113}">
      <dgm:prSet/>
      <dgm:spPr/>
      <dgm:t>
        <a:bodyPr/>
        <a:lstStyle/>
        <a:p>
          <a:endParaRPr lang="en-US"/>
        </a:p>
      </dgm:t>
    </dgm:pt>
    <dgm:pt modelId="{B4DE1739-D8B6-4E8D-98A4-B70E57565A40}">
      <dgm:prSet/>
      <dgm:spPr/>
      <dgm:t>
        <a:bodyPr/>
        <a:lstStyle/>
        <a:p>
          <a:r>
            <a:rPr lang="en-US" b="1" u="sng" dirty="0"/>
            <a:t>More</a:t>
          </a:r>
          <a:r>
            <a:rPr lang="en-US" b="1" dirty="0"/>
            <a:t> likely to discuss the results with someone </a:t>
          </a:r>
        </a:p>
        <a:p>
          <a:r>
            <a:rPr lang="en-US" b="1" dirty="0"/>
            <a:t>(33% v. 28%)</a:t>
          </a:r>
          <a:endParaRPr lang="en-US" dirty="0"/>
        </a:p>
      </dgm:t>
    </dgm:pt>
    <dgm:pt modelId="{9C3682E9-F562-4EC3-A815-F67DA1DA47CB}" type="parTrans" cxnId="{14695B7F-F98F-4808-BCB5-4D86A793A0D5}">
      <dgm:prSet/>
      <dgm:spPr/>
      <dgm:t>
        <a:bodyPr/>
        <a:lstStyle/>
        <a:p>
          <a:endParaRPr lang="en-US"/>
        </a:p>
      </dgm:t>
    </dgm:pt>
    <dgm:pt modelId="{87594562-2265-434E-B251-E7097F7AB307}" type="sibTrans" cxnId="{14695B7F-F98F-4808-BCB5-4D86A793A0D5}">
      <dgm:prSet/>
      <dgm:spPr/>
      <dgm:t>
        <a:bodyPr/>
        <a:lstStyle/>
        <a:p>
          <a:endParaRPr lang="en-US"/>
        </a:p>
      </dgm:t>
    </dgm:pt>
    <dgm:pt modelId="{833744C4-8A1F-47DE-825F-C70CA818495E}">
      <dgm:prSet/>
      <dgm:spPr/>
      <dgm:t>
        <a:bodyPr/>
        <a:lstStyle/>
        <a:p>
          <a:r>
            <a:rPr lang="en-US" b="1" dirty="0"/>
            <a:t>Slightly </a:t>
          </a:r>
          <a:r>
            <a:rPr lang="en-US" b="1" u="sng" dirty="0"/>
            <a:t>more</a:t>
          </a:r>
          <a:r>
            <a:rPr lang="en-US" b="1" dirty="0"/>
            <a:t> interested in finding treatment </a:t>
          </a:r>
        </a:p>
        <a:p>
          <a:r>
            <a:rPr lang="en-US" b="1" dirty="0"/>
            <a:t>(20% vs 18%)</a:t>
          </a:r>
          <a:endParaRPr lang="en-US" dirty="0"/>
        </a:p>
      </dgm:t>
    </dgm:pt>
    <dgm:pt modelId="{8DD03190-3625-4BFE-B0EF-922D4E9324C9}" type="parTrans" cxnId="{B30C919D-C438-4E84-810A-BE240922D893}">
      <dgm:prSet/>
      <dgm:spPr/>
      <dgm:t>
        <a:bodyPr/>
        <a:lstStyle/>
        <a:p>
          <a:endParaRPr lang="en-US"/>
        </a:p>
      </dgm:t>
    </dgm:pt>
    <dgm:pt modelId="{398A97C5-DDF6-48C1-8B2C-0B973ADACF9B}" type="sibTrans" cxnId="{B30C919D-C438-4E84-810A-BE240922D893}">
      <dgm:prSet/>
      <dgm:spPr/>
      <dgm:t>
        <a:bodyPr/>
        <a:lstStyle/>
        <a:p>
          <a:endParaRPr lang="en-US"/>
        </a:p>
      </dgm:t>
    </dgm:pt>
    <dgm:pt modelId="{B0D823AA-E854-4485-925F-100D12ED606A}" type="pres">
      <dgm:prSet presAssocID="{1DDC9FC5-7F62-487E-8CCB-B2BDBF7CF28D}" presName="Name0" presStyleCnt="0">
        <dgm:presLayoutVars>
          <dgm:dir/>
          <dgm:resizeHandles/>
        </dgm:presLayoutVars>
      </dgm:prSet>
      <dgm:spPr/>
    </dgm:pt>
    <dgm:pt modelId="{C985703A-7B2A-4DF5-A8AC-0A5F3CDE91FA}" type="pres">
      <dgm:prSet presAssocID="{4CEE3906-E66F-44D1-A0B7-97BD70A73CE7}" presName="compNode" presStyleCnt="0"/>
      <dgm:spPr/>
    </dgm:pt>
    <dgm:pt modelId="{F2B784DB-47F8-42BC-AB1A-CFA5ABA6FAB2}" type="pres">
      <dgm:prSet presAssocID="{4CEE3906-E66F-44D1-A0B7-97BD70A73CE7}" presName="dummyConnPt" presStyleCnt="0"/>
      <dgm:spPr/>
    </dgm:pt>
    <dgm:pt modelId="{5671C322-6C45-4A4F-9108-FCF8BFC8EAAA}" type="pres">
      <dgm:prSet presAssocID="{4CEE3906-E66F-44D1-A0B7-97BD70A73CE7}" presName="node" presStyleLbl="node1" presStyleIdx="0" presStyleCnt="7">
        <dgm:presLayoutVars>
          <dgm:bulletEnabled val="1"/>
        </dgm:presLayoutVars>
      </dgm:prSet>
      <dgm:spPr/>
    </dgm:pt>
    <dgm:pt modelId="{9020C4D3-BDEF-4FEA-A69A-484F7A72DAF7}" type="pres">
      <dgm:prSet presAssocID="{430C9B0B-8F5F-4E29-97C6-5BC591EC725F}" presName="sibTrans" presStyleLbl="bgSibTrans2D1" presStyleIdx="0" presStyleCnt="6"/>
      <dgm:spPr/>
    </dgm:pt>
    <dgm:pt modelId="{E1408D89-FE88-40B4-BE78-239EC688D4EB}" type="pres">
      <dgm:prSet presAssocID="{309435DE-D814-4F54-84CB-D35CCEABFBEC}" presName="compNode" presStyleCnt="0"/>
      <dgm:spPr/>
    </dgm:pt>
    <dgm:pt modelId="{8B0A65D7-7013-4CAF-AF38-BC6263638DE4}" type="pres">
      <dgm:prSet presAssocID="{309435DE-D814-4F54-84CB-D35CCEABFBEC}" presName="dummyConnPt" presStyleCnt="0"/>
      <dgm:spPr/>
    </dgm:pt>
    <dgm:pt modelId="{6D9E42FF-9399-47C4-8899-AB509FEBB47B}" type="pres">
      <dgm:prSet presAssocID="{309435DE-D814-4F54-84CB-D35CCEABFBEC}" presName="node" presStyleLbl="node1" presStyleIdx="1" presStyleCnt="7">
        <dgm:presLayoutVars>
          <dgm:bulletEnabled val="1"/>
        </dgm:presLayoutVars>
      </dgm:prSet>
      <dgm:spPr/>
    </dgm:pt>
    <dgm:pt modelId="{10946016-E9A6-435D-AC45-CAA812DD51E1}" type="pres">
      <dgm:prSet presAssocID="{9BAD25E9-859C-42ED-BD19-9BE2B5805AC5}" presName="sibTrans" presStyleLbl="bgSibTrans2D1" presStyleIdx="1" presStyleCnt="6"/>
      <dgm:spPr/>
    </dgm:pt>
    <dgm:pt modelId="{7FD50DE3-4495-44C3-B427-4B0D43C6C240}" type="pres">
      <dgm:prSet presAssocID="{F86264AE-BDD1-4431-A681-2243CCBA2C42}" presName="compNode" presStyleCnt="0"/>
      <dgm:spPr/>
    </dgm:pt>
    <dgm:pt modelId="{F94CCB32-5C6A-4A29-A34D-265BA76BBCCB}" type="pres">
      <dgm:prSet presAssocID="{F86264AE-BDD1-4431-A681-2243CCBA2C42}" presName="dummyConnPt" presStyleCnt="0"/>
      <dgm:spPr/>
    </dgm:pt>
    <dgm:pt modelId="{683C300B-8B9D-4767-8FFE-4927BA5077D6}" type="pres">
      <dgm:prSet presAssocID="{F86264AE-BDD1-4431-A681-2243CCBA2C42}" presName="node" presStyleLbl="node1" presStyleIdx="2" presStyleCnt="7">
        <dgm:presLayoutVars>
          <dgm:bulletEnabled val="1"/>
        </dgm:presLayoutVars>
      </dgm:prSet>
      <dgm:spPr/>
    </dgm:pt>
    <dgm:pt modelId="{CEA903BD-F35A-4E25-98DF-65FEC5CFF8BE}" type="pres">
      <dgm:prSet presAssocID="{EE752032-50C8-4328-9D7F-1B226085ED63}" presName="sibTrans" presStyleLbl="bgSibTrans2D1" presStyleIdx="2" presStyleCnt="6"/>
      <dgm:spPr/>
    </dgm:pt>
    <dgm:pt modelId="{E81D947C-4EE0-4D11-9694-2F41E01FEEF4}" type="pres">
      <dgm:prSet presAssocID="{A720D076-DCDA-4741-82AE-DC329068F9A5}" presName="compNode" presStyleCnt="0"/>
      <dgm:spPr/>
    </dgm:pt>
    <dgm:pt modelId="{8C00E89E-6F5C-4501-86B4-C19A9C27ED4C}" type="pres">
      <dgm:prSet presAssocID="{A720D076-DCDA-4741-82AE-DC329068F9A5}" presName="dummyConnPt" presStyleCnt="0"/>
      <dgm:spPr/>
    </dgm:pt>
    <dgm:pt modelId="{FA56D7DA-6E68-4027-8B2E-59C66C366B04}" type="pres">
      <dgm:prSet presAssocID="{A720D076-DCDA-4741-82AE-DC329068F9A5}" presName="node" presStyleLbl="node1" presStyleIdx="3" presStyleCnt="7">
        <dgm:presLayoutVars>
          <dgm:bulletEnabled val="1"/>
        </dgm:presLayoutVars>
      </dgm:prSet>
      <dgm:spPr/>
    </dgm:pt>
    <dgm:pt modelId="{F7085D5D-0B0D-434B-A779-018020594E95}" type="pres">
      <dgm:prSet presAssocID="{954CF40F-4059-4085-BC22-CD956A20CA6B}" presName="sibTrans" presStyleLbl="bgSibTrans2D1" presStyleIdx="3" presStyleCnt="6"/>
      <dgm:spPr/>
    </dgm:pt>
    <dgm:pt modelId="{CE4E0422-F7CD-4289-BF08-8C0EDE80330F}" type="pres">
      <dgm:prSet presAssocID="{80858415-1551-4E6F-87B1-71306807D0D7}" presName="compNode" presStyleCnt="0"/>
      <dgm:spPr/>
    </dgm:pt>
    <dgm:pt modelId="{07956E43-A0CD-4BCD-9234-D159594B7C1A}" type="pres">
      <dgm:prSet presAssocID="{80858415-1551-4E6F-87B1-71306807D0D7}" presName="dummyConnPt" presStyleCnt="0"/>
      <dgm:spPr/>
    </dgm:pt>
    <dgm:pt modelId="{E2D4C35A-E944-4A2E-92AD-4A84D4DA1524}" type="pres">
      <dgm:prSet presAssocID="{80858415-1551-4E6F-87B1-71306807D0D7}" presName="node" presStyleLbl="node1" presStyleIdx="4" presStyleCnt="7">
        <dgm:presLayoutVars>
          <dgm:bulletEnabled val="1"/>
        </dgm:presLayoutVars>
      </dgm:prSet>
      <dgm:spPr/>
    </dgm:pt>
    <dgm:pt modelId="{3D25AE81-BCDD-4FD2-A80A-94E97B0CAAEF}" type="pres">
      <dgm:prSet presAssocID="{DF27E072-ACC9-4F0C-8189-E4B9C9938602}" presName="sibTrans" presStyleLbl="bgSibTrans2D1" presStyleIdx="4" presStyleCnt="6"/>
      <dgm:spPr/>
    </dgm:pt>
    <dgm:pt modelId="{992BB7B0-54A0-44E8-B231-C8065DC8A3CA}" type="pres">
      <dgm:prSet presAssocID="{B4DE1739-D8B6-4E8D-98A4-B70E57565A40}" presName="compNode" presStyleCnt="0"/>
      <dgm:spPr/>
    </dgm:pt>
    <dgm:pt modelId="{D156448D-3D7A-4127-953A-BD923C3FB475}" type="pres">
      <dgm:prSet presAssocID="{B4DE1739-D8B6-4E8D-98A4-B70E57565A40}" presName="dummyConnPt" presStyleCnt="0"/>
      <dgm:spPr/>
    </dgm:pt>
    <dgm:pt modelId="{39DECC02-D66A-4D1D-BBD5-52CA55B8D3FC}" type="pres">
      <dgm:prSet presAssocID="{B4DE1739-D8B6-4E8D-98A4-B70E57565A40}" presName="node" presStyleLbl="node1" presStyleIdx="5" presStyleCnt="7">
        <dgm:presLayoutVars>
          <dgm:bulletEnabled val="1"/>
        </dgm:presLayoutVars>
      </dgm:prSet>
      <dgm:spPr/>
    </dgm:pt>
    <dgm:pt modelId="{2D5DD769-D374-471F-BB11-E9FFF8406636}" type="pres">
      <dgm:prSet presAssocID="{87594562-2265-434E-B251-E7097F7AB307}" presName="sibTrans" presStyleLbl="bgSibTrans2D1" presStyleIdx="5" presStyleCnt="6"/>
      <dgm:spPr/>
    </dgm:pt>
    <dgm:pt modelId="{8CA559A4-B335-4893-92A3-567C0AB213E8}" type="pres">
      <dgm:prSet presAssocID="{833744C4-8A1F-47DE-825F-C70CA818495E}" presName="compNode" presStyleCnt="0"/>
      <dgm:spPr/>
    </dgm:pt>
    <dgm:pt modelId="{DD86B894-27A2-4839-8591-350AFA046F9A}" type="pres">
      <dgm:prSet presAssocID="{833744C4-8A1F-47DE-825F-C70CA818495E}" presName="dummyConnPt" presStyleCnt="0"/>
      <dgm:spPr/>
    </dgm:pt>
    <dgm:pt modelId="{81259CF9-A327-4C00-96DF-A0BD8A101A8F}" type="pres">
      <dgm:prSet presAssocID="{833744C4-8A1F-47DE-825F-C70CA818495E}" presName="node" presStyleLbl="node1" presStyleIdx="6" presStyleCnt="7">
        <dgm:presLayoutVars>
          <dgm:bulletEnabled val="1"/>
        </dgm:presLayoutVars>
      </dgm:prSet>
      <dgm:spPr/>
    </dgm:pt>
  </dgm:ptLst>
  <dgm:cxnLst>
    <dgm:cxn modelId="{6B005600-EA5B-46C5-9779-9C3747B976F0}" srcId="{1DDC9FC5-7F62-487E-8CCB-B2BDBF7CF28D}" destId="{A720D076-DCDA-4741-82AE-DC329068F9A5}" srcOrd="3" destOrd="0" parTransId="{777B2B67-C981-421C-AE1E-0089BBF6B6CC}" sibTransId="{954CF40F-4059-4085-BC22-CD956A20CA6B}"/>
    <dgm:cxn modelId="{58F72708-6353-4F26-928A-8D9872EE3415}" type="presOf" srcId="{9BAD25E9-859C-42ED-BD19-9BE2B5805AC5}" destId="{10946016-E9A6-435D-AC45-CAA812DD51E1}" srcOrd="0" destOrd="0" presId="urn:microsoft.com/office/officeart/2005/8/layout/bProcess4"/>
    <dgm:cxn modelId="{ACFA9B20-0F75-441C-A1AE-197FAE64166E}" type="presOf" srcId="{833744C4-8A1F-47DE-825F-C70CA818495E}" destId="{81259CF9-A327-4C00-96DF-A0BD8A101A8F}" srcOrd="0" destOrd="0" presId="urn:microsoft.com/office/officeart/2005/8/layout/bProcess4"/>
    <dgm:cxn modelId="{933CF820-0752-4B74-95C1-B283CBE8A70F}" type="presOf" srcId="{EE752032-50C8-4328-9D7F-1B226085ED63}" destId="{CEA903BD-F35A-4E25-98DF-65FEC5CFF8BE}" srcOrd="0" destOrd="0" presId="urn:microsoft.com/office/officeart/2005/8/layout/bProcess4"/>
    <dgm:cxn modelId="{06FC4E28-B78F-446E-8B46-CFEBE95C9A51}" type="presOf" srcId="{4CEE3906-E66F-44D1-A0B7-97BD70A73CE7}" destId="{5671C322-6C45-4A4F-9108-FCF8BFC8EAAA}" srcOrd="0" destOrd="0" presId="urn:microsoft.com/office/officeart/2005/8/layout/bProcess4"/>
    <dgm:cxn modelId="{DAB60A61-6DBE-4AD0-8C4F-97ADD138D8DC}" type="presOf" srcId="{954CF40F-4059-4085-BC22-CD956A20CA6B}" destId="{F7085D5D-0B0D-434B-A779-018020594E95}" srcOrd="0" destOrd="0" presId="urn:microsoft.com/office/officeart/2005/8/layout/bProcess4"/>
    <dgm:cxn modelId="{24C0DB67-3F9A-4167-9B9B-8958537A9AF0}" srcId="{1DDC9FC5-7F62-487E-8CCB-B2BDBF7CF28D}" destId="{309435DE-D814-4F54-84CB-D35CCEABFBEC}" srcOrd="1" destOrd="0" parTransId="{1114998E-0D53-4FD1-BD54-C4182F87C6A5}" sibTransId="{9BAD25E9-859C-42ED-BD19-9BE2B5805AC5}"/>
    <dgm:cxn modelId="{CAF6C169-DC5B-4D78-A698-0771836F3113}" srcId="{1DDC9FC5-7F62-487E-8CCB-B2BDBF7CF28D}" destId="{80858415-1551-4E6F-87B1-71306807D0D7}" srcOrd="4" destOrd="0" parTransId="{7D2432D4-D82B-40DD-BF4C-8281ADA9826A}" sibTransId="{DF27E072-ACC9-4F0C-8189-E4B9C9938602}"/>
    <dgm:cxn modelId="{A9E4134B-9707-4250-AF3D-65FA5F273404}" type="presOf" srcId="{B4DE1739-D8B6-4E8D-98A4-B70E57565A40}" destId="{39DECC02-D66A-4D1D-BBD5-52CA55B8D3FC}" srcOrd="0" destOrd="0" presId="urn:microsoft.com/office/officeart/2005/8/layout/bProcess4"/>
    <dgm:cxn modelId="{B1E9156B-771A-46B8-8909-C21FB1BE81E5}" type="presOf" srcId="{80858415-1551-4E6F-87B1-71306807D0D7}" destId="{E2D4C35A-E944-4A2E-92AD-4A84D4DA1524}" srcOrd="0" destOrd="0" presId="urn:microsoft.com/office/officeart/2005/8/layout/bProcess4"/>
    <dgm:cxn modelId="{7FB53B6C-2FA0-4639-9C53-C35C9442EBE5}" srcId="{1DDC9FC5-7F62-487E-8CCB-B2BDBF7CF28D}" destId="{F86264AE-BDD1-4431-A681-2243CCBA2C42}" srcOrd="2" destOrd="0" parTransId="{DA13D34D-C3C1-4134-9C49-0B5B4D839DED}" sibTransId="{EE752032-50C8-4328-9D7F-1B226085ED63}"/>
    <dgm:cxn modelId="{14695B7F-F98F-4808-BCB5-4D86A793A0D5}" srcId="{1DDC9FC5-7F62-487E-8CCB-B2BDBF7CF28D}" destId="{B4DE1739-D8B6-4E8D-98A4-B70E57565A40}" srcOrd="5" destOrd="0" parTransId="{9C3682E9-F562-4EC3-A815-F67DA1DA47CB}" sibTransId="{87594562-2265-434E-B251-E7097F7AB307}"/>
    <dgm:cxn modelId="{8DDF2A81-0E82-4CBF-A07E-F68B9D773D2F}" srcId="{1DDC9FC5-7F62-487E-8CCB-B2BDBF7CF28D}" destId="{4CEE3906-E66F-44D1-A0B7-97BD70A73CE7}" srcOrd="0" destOrd="0" parTransId="{0A892EC1-CC86-4689-B5D2-F6CABC3D9DA7}" sibTransId="{430C9B0B-8F5F-4E29-97C6-5BC591EC725F}"/>
    <dgm:cxn modelId="{5F671D8D-B4F1-4FC6-85A2-2671DEF300B9}" type="presOf" srcId="{F86264AE-BDD1-4431-A681-2243CCBA2C42}" destId="{683C300B-8B9D-4767-8FFE-4927BA5077D6}" srcOrd="0" destOrd="0" presId="urn:microsoft.com/office/officeart/2005/8/layout/bProcess4"/>
    <dgm:cxn modelId="{06A7FB8E-C19C-4A47-8D58-77DA28C34C79}" type="presOf" srcId="{1DDC9FC5-7F62-487E-8CCB-B2BDBF7CF28D}" destId="{B0D823AA-E854-4485-925F-100D12ED606A}" srcOrd="0" destOrd="0" presId="urn:microsoft.com/office/officeart/2005/8/layout/bProcess4"/>
    <dgm:cxn modelId="{9993F396-E76A-48B4-B484-592ED89C10B7}" type="presOf" srcId="{A720D076-DCDA-4741-82AE-DC329068F9A5}" destId="{FA56D7DA-6E68-4027-8B2E-59C66C366B04}" srcOrd="0" destOrd="0" presId="urn:microsoft.com/office/officeart/2005/8/layout/bProcess4"/>
    <dgm:cxn modelId="{5EAA7D9C-57EA-451B-97E0-71268591F3B6}" type="presOf" srcId="{87594562-2265-434E-B251-E7097F7AB307}" destId="{2D5DD769-D374-471F-BB11-E9FFF8406636}" srcOrd="0" destOrd="0" presId="urn:microsoft.com/office/officeart/2005/8/layout/bProcess4"/>
    <dgm:cxn modelId="{B30C919D-C438-4E84-810A-BE240922D893}" srcId="{1DDC9FC5-7F62-487E-8CCB-B2BDBF7CF28D}" destId="{833744C4-8A1F-47DE-825F-C70CA818495E}" srcOrd="6" destOrd="0" parTransId="{8DD03190-3625-4BFE-B0EF-922D4E9324C9}" sibTransId="{398A97C5-DDF6-48C1-8B2C-0B973ADACF9B}"/>
    <dgm:cxn modelId="{35ABB9D4-B845-42DD-8486-C5D5863262FD}" type="presOf" srcId="{430C9B0B-8F5F-4E29-97C6-5BC591EC725F}" destId="{9020C4D3-BDEF-4FEA-A69A-484F7A72DAF7}" srcOrd="0" destOrd="0" presId="urn:microsoft.com/office/officeart/2005/8/layout/bProcess4"/>
    <dgm:cxn modelId="{69179AFC-ADD6-44D0-A834-088B353E9DFC}" type="presOf" srcId="{309435DE-D814-4F54-84CB-D35CCEABFBEC}" destId="{6D9E42FF-9399-47C4-8899-AB509FEBB47B}" srcOrd="0" destOrd="0" presId="urn:microsoft.com/office/officeart/2005/8/layout/bProcess4"/>
    <dgm:cxn modelId="{ED634CFF-1BC7-4D93-9AC6-1B2B4CB2BA16}" type="presOf" srcId="{DF27E072-ACC9-4F0C-8189-E4B9C9938602}" destId="{3D25AE81-BCDD-4FD2-A80A-94E97B0CAAEF}" srcOrd="0" destOrd="0" presId="urn:microsoft.com/office/officeart/2005/8/layout/bProcess4"/>
    <dgm:cxn modelId="{C3E71790-2B64-4311-8449-A32FFB1FB8B8}" type="presParOf" srcId="{B0D823AA-E854-4485-925F-100D12ED606A}" destId="{C985703A-7B2A-4DF5-A8AC-0A5F3CDE91FA}" srcOrd="0" destOrd="0" presId="urn:microsoft.com/office/officeart/2005/8/layout/bProcess4"/>
    <dgm:cxn modelId="{53EBEF87-24F6-46B8-B41E-FD88C07B18B6}" type="presParOf" srcId="{C985703A-7B2A-4DF5-A8AC-0A5F3CDE91FA}" destId="{F2B784DB-47F8-42BC-AB1A-CFA5ABA6FAB2}" srcOrd="0" destOrd="0" presId="urn:microsoft.com/office/officeart/2005/8/layout/bProcess4"/>
    <dgm:cxn modelId="{C76AB54A-3511-4A3E-AFA2-BA4508447FEA}" type="presParOf" srcId="{C985703A-7B2A-4DF5-A8AC-0A5F3CDE91FA}" destId="{5671C322-6C45-4A4F-9108-FCF8BFC8EAAA}" srcOrd="1" destOrd="0" presId="urn:microsoft.com/office/officeart/2005/8/layout/bProcess4"/>
    <dgm:cxn modelId="{5D1AF2F1-890A-4170-93AB-57F33BF0D207}" type="presParOf" srcId="{B0D823AA-E854-4485-925F-100D12ED606A}" destId="{9020C4D3-BDEF-4FEA-A69A-484F7A72DAF7}" srcOrd="1" destOrd="0" presId="urn:microsoft.com/office/officeart/2005/8/layout/bProcess4"/>
    <dgm:cxn modelId="{35948607-6DA5-4CC1-9A7A-BA11971DC9A7}" type="presParOf" srcId="{B0D823AA-E854-4485-925F-100D12ED606A}" destId="{E1408D89-FE88-40B4-BE78-239EC688D4EB}" srcOrd="2" destOrd="0" presId="urn:microsoft.com/office/officeart/2005/8/layout/bProcess4"/>
    <dgm:cxn modelId="{CF567E47-491D-49E2-9CD2-909961E3942D}" type="presParOf" srcId="{E1408D89-FE88-40B4-BE78-239EC688D4EB}" destId="{8B0A65D7-7013-4CAF-AF38-BC6263638DE4}" srcOrd="0" destOrd="0" presId="urn:microsoft.com/office/officeart/2005/8/layout/bProcess4"/>
    <dgm:cxn modelId="{1E695E3E-E1FD-4AA6-8D69-D1E9D494E58E}" type="presParOf" srcId="{E1408D89-FE88-40B4-BE78-239EC688D4EB}" destId="{6D9E42FF-9399-47C4-8899-AB509FEBB47B}" srcOrd="1" destOrd="0" presId="urn:microsoft.com/office/officeart/2005/8/layout/bProcess4"/>
    <dgm:cxn modelId="{AB16B833-35A7-4FF3-89C0-2B5CEB359FE0}" type="presParOf" srcId="{B0D823AA-E854-4485-925F-100D12ED606A}" destId="{10946016-E9A6-435D-AC45-CAA812DD51E1}" srcOrd="3" destOrd="0" presId="urn:microsoft.com/office/officeart/2005/8/layout/bProcess4"/>
    <dgm:cxn modelId="{68C8DF06-C145-4038-92C0-877A129A33B8}" type="presParOf" srcId="{B0D823AA-E854-4485-925F-100D12ED606A}" destId="{7FD50DE3-4495-44C3-B427-4B0D43C6C240}" srcOrd="4" destOrd="0" presId="urn:microsoft.com/office/officeart/2005/8/layout/bProcess4"/>
    <dgm:cxn modelId="{70E9CA22-F1C9-46BC-AF9E-4F55E8936828}" type="presParOf" srcId="{7FD50DE3-4495-44C3-B427-4B0D43C6C240}" destId="{F94CCB32-5C6A-4A29-A34D-265BA76BBCCB}" srcOrd="0" destOrd="0" presId="urn:microsoft.com/office/officeart/2005/8/layout/bProcess4"/>
    <dgm:cxn modelId="{D561ABF4-FA28-4B48-8FE7-C253A5AD41B7}" type="presParOf" srcId="{7FD50DE3-4495-44C3-B427-4B0D43C6C240}" destId="{683C300B-8B9D-4767-8FFE-4927BA5077D6}" srcOrd="1" destOrd="0" presId="urn:microsoft.com/office/officeart/2005/8/layout/bProcess4"/>
    <dgm:cxn modelId="{F8ED36A5-B150-4704-BB65-828F1E7F9EDD}" type="presParOf" srcId="{B0D823AA-E854-4485-925F-100D12ED606A}" destId="{CEA903BD-F35A-4E25-98DF-65FEC5CFF8BE}" srcOrd="5" destOrd="0" presId="urn:microsoft.com/office/officeart/2005/8/layout/bProcess4"/>
    <dgm:cxn modelId="{0A406CDF-7876-4840-A1E5-09D43C1B95B1}" type="presParOf" srcId="{B0D823AA-E854-4485-925F-100D12ED606A}" destId="{E81D947C-4EE0-4D11-9694-2F41E01FEEF4}" srcOrd="6" destOrd="0" presId="urn:microsoft.com/office/officeart/2005/8/layout/bProcess4"/>
    <dgm:cxn modelId="{D08E332D-C525-4301-A925-3DBD30933445}" type="presParOf" srcId="{E81D947C-4EE0-4D11-9694-2F41E01FEEF4}" destId="{8C00E89E-6F5C-4501-86B4-C19A9C27ED4C}" srcOrd="0" destOrd="0" presId="urn:microsoft.com/office/officeart/2005/8/layout/bProcess4"/>
    <dgm:cxn modelId="{AB1E0877-26CB-4FF4-B51F-243306D751FA}" type="presParOf" srcId="{E81D947C-4EE0-4D11-9694-2F41E01FEEF4}" destId="{FA56D7DA-6E68-4027-8B2E-59C66C366B04}" srcOrd="1" destOrd="0" presId="urn:microsoft.com/office/officeart/2005/8/layout/bProcess4"/>
    <dgm:cxn modelId="{59EB4809-5926-44F7-BBD4-A52F552B6D3C}" type="presParOf" srcId="{B0D823AA-E854-4485-925F-100D12ED606A}" destId="{F7085D5D-0B0D-434B-A779-018020594E95}" srcOrd="7" destOrd="0" presId="urn:microsoft.com/office/officeart/2005/8/layout/bProcess4"/>
    <dgm:cxn modelId="{3CF266CB-28E0-49EA-AFE9-99B576FDD3FB}" type="presParOf" srcId="{B0D823AA-E854-4485-925F-100D12ED606A}" destId="{CE4E0422-F7CD-4289-BF08-8C0EDE80330F}" srcOrd="8" destOrd="0" presId="urn:microsoft.com/office/officeart/2005/8/layout/bProcess4"/>
    <dgm:cxn modelId="{FFE89256-0CB4-4E8B-8F81-5A8431F7882A}" type="presParOf" srcId="{CE4E0422-F7CD-4289-BF08-8C0EDE80330F}" destId="{07956E43-A0CD-4BCD-9234-D159594B7C1A}" srcOrd="0" destOrd="0" presId="urn:microsoft.com/office/officeart/2005/8/layout/bProcess4"/>
    <dgm:cxn modelId="{13D4D7C5-CC68-4B48-B31C-BC4075208497}" type="presParOf" srcId="{CE4E0422-F7CD-4289-BF08-8C0EDE80330F}" destId="{E2D4C35A-E944-4A2E-92AD-4A84D4DA1524}" srcOrd="1" destOrd="0" presId="urn:microsoft.com/office/officeart/2005/8/layout/bProcess4"/>
    <dgm:cxn modelId="{FB11C5B6-B387-4161-A744-5F1BB16AAB5C}" type="presParOf" srcId="{B0D823AA-E854-4485-925F-100D12ED606A}" destId="{3D25AE81-BCDD-4FD2-A80A-94E97B0CAAEF}" srcOrd="9" destOrd="0" presId="urn:microsoft.com/office/officeart/2005/8/layout/bProcess4"/>
    <dgm:cxn modelId="{EC1DB796-0245-40D3-BBED-2B647CFC2147}" type="presParOf" srcId="{B0D823AA-E854-4485-925F-100D12ED606A}" destId="{992BB7B0-54A0-44E8-B231-C8065DC8A3CA}" srcOrd="10" destOrd="0" presId="urn:microsoft.com/office/officeart/2005/8/layout/bProcess4"/>
    <dgm:cxn modelId="{1334FC51-3DEA-4BBE-A682-79F52E9CB5A9}" type="presParOf" srcId="{992BB7B0-54A0-44E8-B231-C8065DC8A3CA}" destId="{D156448D-3D7A-4127-953A-BD923C3FB475}" srcOrd="0" destOrd="0" presId="urn:microsoft.com/office/officeart/2005/8/layout/bProcess4"/>
    <dgm:cxn modelId="{B5C8A2EC-A44F-498B-BC61-92E2BFC63C6C}" type="presParOf" srcId="{992BB7B0-54A0-44E8-B231-C8065DC8A3CA}" destId="{39DECC02-D66A-4D1D-BBD5-52CA55B8D3FC}" srcOrd="1" destOrd="0" presId="urn:microsoft.com/office/officeart/2005/8/layout/bProcess4"/>
    <dgm:cxn modelId="{CE01E72B-1B1F-4D47-B26D-4F9EEDB73511}" type="presParOf" srcId="{B0D823AA-E854-4485-925F-100D12ED606A}" destId="{2D5DD769-D374-471F-BB11-E9FFF8406636}" srcOrd="11" destOrd="0" presId="urn:microsoft.com/office/officeart/2005/8/layout/bProcess4"/>
    <dgm:cxn modelId="{AE2B69D4-7E0E-4362-97C5-A973EBE64B59}" type="presParOf" srcId="{B0D823AA-E854-4485-925F-100D12ED606A}" destId="{8CA559A4-B335-4893-92A3-567C0AB213E8}" srcOrd="12" destOrd="0" presId="urn:microsoft.com/office/officeart/2005/8/layout/bProcess4"/>
    <dgm:cxn modelId="{11370018-6F8D-4F19-ABA3-4E707AE15337}" type="presParOf" srcId="{8CA559A4-B335-4893-92A3-567C0AB213E8}" destId="{DD86B894-27A2-4839-8591-350AFA046F9A}" srcOrd="0" destOrd="0" presId="urn:microsoft.com/office/officeart/2005/8/layout/bProcess4"/>
    <dgm:cxn modelId="{BF64AA61-A2FB-4BB0-A529-61983B769E63}" type="presParOf" srcId="{8CA559A4-B335-4893-92A3-567C0AB213E8}" destId="{81259CF9-A327-4C00-96DF-A0BD8A101A8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35F9F6C-3B96-421C-9BE3-CA3816C4626E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47DC67-2D2C-4BD6-9D1B-D28E0E7CF39C}">
      <dgm:prSet/>
      <dgm:spPr/>
      <dgm:t>
        <a:bodyPr/>
        <a:lstStyle/>
        <a:p>
          <a:r>
            <a:rPr lang="en-US" dirty="0"/>
            <a:t>New Name: Screening to Supports</a:t>
          </a:r>
        </a:p>
      </dgm:t>
    </dgm:pt>
    <dgm:pt modelId="{7B1A2FFA-1494-4691-8F76-60ACCA2D4A1A}" type="parTrans" cxnId="{95000D58-A01F-40D0-AA85-861EB490C3F8}">
      <dgm:prSet/>
      <dgm:spPr/>
      <dgm:t>
        <a:bodyPr/>
        <a:lstStyle/>
        <a:p>
          <a:endParaRPr lang="en-US"/>
        </a:p>
      </dgm:t>
    </dgm:pt>
    <dgm:pt modelId="{4EF567D5-5C8E-4C6D-B280-C58A52207200}" type="sibTrans" cxnId="{95000D58-A01F-40D0-AA85-861EB490C3F8}">
      <dgm:prSet/>
      <dgm:spPr/>
      <dgm:t>
        <a:bodyPr/>
        <a:lstStyle/>
        <a:p>
          <a:endParaRPr lang="en-US"/>
        </a:p>
      </dgm:t>
    </dgm:pt>
    <dgm:pt modelId="{3D85DC47-F819-4DE9-9A30-75F1982B39F2}">
      <dgm:prSet/>
      <dgm:spPr/>
      <dgm:t>
        <a:bodyPr/>
        <a:lstStyle/>
        <a:p>
          <a:r>
            <a:rPr lang="en-US" dirty="0"/>
            <a:t>Content and Resources After Screens</a:t>
          </a:r>
        </a:p>
      </dgm:t>
    </dgm:pt>
    <dgm:pt modelId="{43F47D9C-6F0E-48BB-AC33-0805B58456E0}" type="parTrans" cxnId="{A34F008D-9B07-4958-9302-DC5CD4C190E1}">
      <dgm:prSet/>
      <dgm:spPr/>
      <dgm:t>
        <a:bodyPr/>
        <a:lstStyle/>
        <a:p>
          <a:endParaRPr lang="en-US"/>
        </a:p>
      </dgm:t>
    </dgm:pt>
    <dgm:pt modelId="{74509327-B765-472F-8048-75EE4E653C13}" type="sibTrans" cxnId="{A34F008D-9B07-4958-9302-DC5CD4C190E1}">
      <dgm:prSet/>
      <dgm:spPr/>
      <dgm:t>
        <a:bodyPr/>
        <a:lstStyle/>
        <a:p>
          <a:endParaRPr lang="en-US"/>
        </a:p>
      </dgm:t>
    </dgm:pt>
    <dgm:pt modelId="{4F9977FF-D4E9-4BB8-938E-6EB3DF03904B}">
      <dgm:prSet/>
      <dgm:spPr/>
      <dgm:t>
        <a:bodyPr/>
        <a:lstStyle/>
        <a:p>
          <a:r>
            <a:rPr lang="en-US"/>
            <a:t>Different </a:t>
          </a:r>
          <a:r>
            <a:rPr lang="en-US" dirty="0"/>
            <a:t>Demographic Questions</a:t>
          </a:r>
        </a:p>
      </dgm:t>
    </dgm:pt>
    <dgm:pt modelId="{CB8B453C-D8EF-4123-9D0D-216F8EFE989E}" type="parTrans" cxnId="{305EC823-8373-48C6-8F77-F6EFA395D88F}">
      <dgm:prSet/>
      <dgm:spPr/>
      <dgm:t>
        <a:bodyPr/>
        <a:lstStyle/>
        <a:p>
          <a:endParaRPr lang="en-US"/>
        </a:p>
      </dgm:t>
    </dgm:pt>
    <dgm:pt modelId="{37EA9A1F-128B-4E59-B0D0-97D820BA6F27}" type="sibTrans" cxnId="{305EC823-8373-48C6-8F77-F6EFA395D88F}">
      <dgm:prSet/>
      <dgm:spPr/>
      <dgm:t>
        <a:bodyPr/>
        <a:lstStyle/>
        <a:p>
          <a:endParaRPr lang="en-US"/>
        </a:p>
      </dgm:t>
    </dgm:pt>
    <dgm:pt modelId="{7D9A79E8-E992-4CC1-A8F6-4FCC37307E41}" type="pres">
      <dgm:prSet presAssocID="{835F9F6C-3B96-421C-9BE3-CA3816C4626E}" presName="Name0" presStyleCnt="0">
        <dgm:presLayoutVars>
          <dgm:chMax/>
          <dgm:chPref/>
          <dgm:dir/>
        </dgm:presLayoutVars>
      </dgm:prSet>
      <dgm:spPr/>
    </dgm:pt>
    <dgm:pt modelId="{8FEA27C3-AD49-4670-A2EB-EA38EA3E0D15}" type="pres">
      <dgm:prSet presAssocID="{6B47DC67-2D2C-4BD6-9D1B-D28E0E7CF39C}" presName="parenttextcomposite" presStyleCnt="0"/>
      <dgm:spPr/>
    </dgm:pt>
    <dgm:pt modelId="{260BC886-E8B8-4892-A212-E114BF4BC2CB}" type="pres">
      <dgm:prSet presAssocID="{6B47DC67-2D2C-4BD6-9D1B-D28E0E7CF39C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FA25CF1E-C9AB-4345-9654-7F06BDE4FE1B}" type="pres">
      <dgm:prSet presAssocID="{6B47DC67-2D2C-4BD6-9D1B-D28E0E7CF39C}" presName="parallelogramComposite" presStyleCnt="0"/>
      <dgm:spPr/>
    </dgm:pt>
    <dgm:pt modelId="{43A09600-26E9-47B6-8693-B1BFA3313DC4}" type="pres">
      <dgm:prSet presAssocID="{6B47DC67-2D2C-4BD6-9D1B-D28E0E7CF39C}" presName="parallelogram1" presStyleLbl="alignNode1" presStyleIdx="0" presStyleCnt="21"/>
      <dgm:spPr/>
    </dgm:pt>
    <dgm:pt modelId="{77DC44D0-59E0-4F04-B0DF-CD683072344B}" type="pres">
      <dgm:prSet presAssocID="{6B47DC67-2D2C-4BD6-9D1B-D28E0E7CF39C}" presName="parallelogram2" presStyleLbl="alignNode1" presStyleIdx="1" presStyleCnt="21"/>
      <dgm:spPr/>
    </dgm:pt>
    <dgm:pt modelId="{ED36C889-DD02-4DB5-A6E6-1C05E63D6BC3}" type="pres">
      <dgm:prSet presAssocID="{6B47DC67-2D2C-4BD6-9D1B-D28E0E7CF39C}" presName="parallelogram3" presStyleLbl="alignNode1" presStyleIdx="2" presStyleCnt="21"/>
      <dgm:spPr/>
    </dgm:pt>
    <dgm:pt modelId="{5021D9BB-7B58-42A9-9902-7E897A2A92CA}" type="pres">
      <dgm:prSet presAssocID="{6B47DC67-2D2C-4BD6-9D1B-D28E0E7CF39C}" presName="parallelogram4" presStyleLbl="alignNode1" presStyleIdx="3" presStyleCnt="21"/>
      <dgm:spPr/>
    </dgm:pt>
    <dgm:pt modelId="{149EEF20-203F-4107-AE9D-65002EDBE716}" type="pres">
      <dgm:prSet presAssocID="{6B47DC67-2D2C-4BD6-9D1B-D28E0E7CF39C}" presName="parallelogram5" presStyleLbl="alignNode1" presStyleIdx="4" presStyleCnt="21"/>
      <dgm:spPr/>
    </dgm:pt>
    <dgm:pt modelId="{7D5C612F-0DBC-44ED-A729-5BA378784BBC}" type="pres">
      <dgm:prSet presAssocID="{6B47DC67-2D2C-4BD6-9D1B-D28E0E7CF39C}" presName="parallelogram6" presStyleLbl="alignNode1" presStyleIdx="5" presStyleCnt="21"/>
      <dgm:spPr/>
    </dgm:pt>
    <dgm:pt modelId="{1E5E9ABA-0006-4010-860A-7EFA2E71E9B1}" type="pres">
      <dgm:prSet presAssocID="{6B47DC67-2D2C-4BD6-9D1B-D28E0E7CF39C}" presName="parallelogram7" presStyleLbl="alignNode1" presStyleIdx="6" presStyleCnt="21"/>
      <dgm:spPr/>
    </dgm:pt>
    <dgm:pt modelId="{C8EAB4AF-F458-47F2-B970-686803D76069}" type="pres">
      <dgm:prSet presAssocID="{4EF567D5-5C8E-4C6D-B280-C58A52207200}" presName="sibTrans" presStyleCnt="0"/>
      <dgm:spPr/>
    </dgm:pt>
    <dgm:pt modelId="{66626D9A-97D2-4502-867B-B3B7CC31D0D3}" type="pres">
      <dgm:prSet presAssocID="{4F9977FF-D4E9-4BB8-938E-6EB3DF03904B}" presName="parenttextcomposite" presStyleCnt="0"/>
      <dgm:spPr/>
    </dgm:pt>
    <dgm:pt modelId="{AC54B7F1-2B36-4DD9-B355-0AFFA33F9799}" type="pres">
      <dgm:prSet presAssocID="{4F9977FF-D4E9-4BB8-938E-6EB3DF03904B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A4EE997F-B4B6-42EA-9188-64D14620BEF5}" type="pres">
      <dgm:prSet presAssocID="{4F9977FF-D4E9-4BB8-938E-6EB3DF03904B}" presName="parallelogramComposite" presStyleCnt="0"/>
      <dgm:spPr/>
    </dgm:pt>
    <dgm:pt modelId="{D5AFD04D-3028-4539-A7DA-BB2FDB2D7B1D}" type="pres">
      <dgm:prSet presAssocID="{4F9977FF-D4E9-4BB8-938E-6EB3DF03904B}" presName="parallelogram1" presStyleLbl="alignNode1" presStyleIdx="7" presStyleCnt="21"/>
      <dgm:spPr/>
    </dgm:pt>
    <dgm:pt modelId="{2BF4605C-0BA4-4FF0-AA11-48FD6EF7E807}" type="pres">
      <dgm:prSet presAssocID="{4F9977FF-D4E9-4BB8-938E-6EB3DF03904B}" presName="parallelogram2" presStyleLbl="alignNode1" presStyleIdx="8" presStyleCnt="21"/>
      <dgm:spPr/>
    </dgm:pt>
    <dgm:pt modelId="{4780744A-3278-4DF4-A5F0-73A7E997A749}" type="pres">
      <dgm:prSet presAssocID="{4F9977FF-D4E9-4BB8-938E-6EB3DF03904B}" presName="parallelogram3" presStyleLbl="alignNode1" presStyleIdx="9" presStyleCnt="21"/>
      <dgm:spPr/>
    </dgm:pt>
    <dgm:pt modelId="{A33F4118-364D-4CF1-940E-C33850997B1B}" type="pres">
      <dgm:prSet presAssocID="{4F9977FF-D4E9-4BB8-938E-6EB3DF03904B}" presName="parallelogram4" presStyleLbl="alignNode1" presStyleIdx="10" presStyleCnt="21"/>
      <dgm:spPr/>
    </dgm:pt>
    <dgm:pt modelId="{985FD79D-0D02-4BD4-B7C7-73F477CADBB5}" type="pres">
      <dgm:prSet presAssocID="{4F9977FF-D4E9-4BB8-938E-6EB3DF03904B}" presName="parallelogram5" presStyleLbl="alignNode1" presStyleIdx="11" presStyleCnt="21"/>
      <dgm:spPr/>
    </dgm:pt>
    <dgm:pt modelId="{F90E9943-C672-4656-8CF0-FAAC0ECCDFB7}" type="pres">
      <dgm:prSet presAssocID="{4F9977FF-D4E9-4BB8-938E-6EB3DF03904B}" presName="parallelogram6" presStyleLbl="alignNode1" presStyleIdx="12" presStyleCnt="21"/>
      <dgm:spPr/>
    </dgm:pt>
    <dgm:pt modelId="{6AE96208-A2FC-43D6-8D86-D13810F3F3F8}" type="pres">
      <dgm:prSet presAssocID="{4F9977FF-D4E9-4BB8-938E-6EB3DF03904B}" presName="parallelogram7" presStyleLbl="alignNode1" presStyleIdx="13" presStyleCnt="21"/>
      <dgm:spPr/>
    </dgm:pt>
    <dgm:pt modelId="{5F0CF5F5-6BC3-404E-A57A-EF3F7D02C374}" type="pres">
      <dgm:prSet presAssocID="{37EA9A1F-128B-4E59-B0D0-97D820BA6F27}" presName="sibTrans" presStyleCnt="0"/>
      <dgm:spPr/>
    </dgm:pt>
    <dgm:pt modelId="{5C38B5F8-A8E2-4F2E-AD9F-36FE8041A04E}" type="pres">
      <dgm:prSet presAssocID="{3D85DC47-F819-4DE9-9A30-75F1982B39F2}" presName="parenttextcomposite" presStyleCnt="0"/>
      <dgm:spPr/>
    </dgm:pt>
    <dgm:pt modelId="{43A426F4-0ED4-4719-BCFD-1274606BAF67}" type="pres">
      <dgm:prSet presAssocID="{3D85DC47-F819-4DE9-9A30-75F1982B39F2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DCB7F36C-95B6-4F99-B0FF-4969278A324C}" type="pres">
      <dgm:prSet presAssocID="{3D85DC47-F819-4DE9-9A30-75F1982B39F2}" presName="parallelogramComposite" presStyleCnt="0"/>
      <dgm:spPr/>
    </dgm:pt>
    <dgm:pt modelId="{97468E26-6222-4A92-9045-6A40409A5295}" type="pres">
      <dgm:prSet presAssocID="{3D85DC47-F819-4DE9-9A30-75F1982B39F2}" presName="parallelogram1" presStyleLbl="alignNode1" presStyleIdx="14" presStyleCnt="21"/>
      <dgm:spPr/>
    </dgm:pt>
    <dgm:pt modelId="{2383B8D4-C8F4-4291-A151-E57A15DBCD9F}" type="pres">
      <dgm:prSet presAssocID="{3D85DC47-F819-4DE9-9A30-75F1982B39F2}" presName="parallelogram2" presStyleLbl="alignNode1" presStyleIdx="15" presStyleCnt="21"/>
      <dgm:spPr/>
    </dgm:pt>
    <dgm:pt modelId="{88C569EC-82D6-4A51-A8F1-F97B6005EC6A}" type="pres">
      <dgm:prSet presAssocID="{3D85DC47-F819-4DE9-9A30-75F1982B39F2}" presName="parallelogram3" presStyleLbl="alignNode1" presStyleIdx="16" presStyleCnt="21"/>
      <dgm:spPr/>
    </dgm:pt>
    <dgm:pt modelId="{F6431F5F-4D41-44A5-92A4-38DA50ED2BF9}" type="pres">
      <dgm:prSet presAssocID="{3D85DC47-F819-4DE9-9A30-75F1982B39F2}" presName="parallelogram4" presStyleLbl="alignNode1" presStyleIdx="17" presStyleCnt="21"/>
      <dgm:spPr/>
    </dgm:pt>
    <dgm:pt modelId="{BA432E7F-2A31-4656-89D8-E5A482E6D95F}" type="pres">
      <dgm:prSet presAssocID="{3D85DC47-F819-4DE9-9A30-75F1982B39F2}" presName="parallelogram5" presStyleLbl="alignNode1" presStyleIdx="18" presStyleCnt="21"/>
      <dgm:spPr/>
    </dgm:pt>
    <dgm:pt modelId="{46205E4F-6C99-40EE-8162-D42D2B1CE981}" type="pres">
      <dgm:prSet presAssocID="{3D85DC47-F819-4DE9-9A30-75F1982B39F2}" presName="parallelogram6" presStyleLbl="alignNode1" presStyleIdx="19" presStyleCnt="21"/>
      <dgm:spPr/>
    </dgm:pt>
    <dgm:pt modelId="{BB4A05DA-E78B-4FB2-B3D0-566F31F7FFE2}" type="pres">
      <dgm:prSet presAssocID="{3D85DC47-F819-4DE9-9A30-75F1982B39F2}" presName="parallelogram7" presStyleLbl="alignNode1" presStyleIdx="20" presStyleCnt="21"/>
      <dgm:spPr/>
    </dgm:pt>
  </dgm:ptLst>
  <dgm:cxnLst>
    <dgm:cxn modelId="{305EC823-8373-48C6-8F77-F6EFA395D88F}" srcId="{835F9F6C-3B96-421C-9BE3-CA3816C4626E}" destId="{4F9977FF-D4E9-4BB8-938E-6EB3DF03904B}" srcOrd="1" destOrd="0" parTransId="{CB8B453C-D8EF-4123-9D0D-216F8EFE989E}" sibTransId="{37EA9A1F-128B-4E59-B0D0-97D820BA6F27}"/>
    <dgm:cxn modelId="{95000D58-A01F-40D0-AA85-861EB490C3F8}" srcId="{835F9F6C-3B96-421C-9BE3-CA3816C4626E}" destId="{6B47DC67-2D2C-4BD6-9D1B-D28E0E7CF39C}" srcOrd="0" destOrd="0" parTransId="{7B1A2FFA-1494-4691-8F76-60ACCA2D4A1A}" sibTransId="{4EF567D5-5C8E-4C6D-B280-C58A52207200}"/>
    <dgm:cxn modelId="{A34F008D-9B07-4958-9302-DC5CD4C190E1}" srcId="{835F9F6C-3B96-421C-9BE3-CA3816C4626E}" destId="{3D85DC47-F819-4DE9-9A30-75F1982B39F2}" srcOrd="2" destOrd="0" parTransId="{43F47D9C-6F0E-48BB-AC33-0805B58456E0}" sibTransId="{74509327-B765-472F-8048-75EE4E653C13}"/>
    <dgm:cxn modelId="{C8730092-423B-440D-82F0-D7B705DBAD27}" type="presOf" srcId="{3D85DC47-F819-4DE9-9A30-75F1982B39F2}" destId="{43A426F4-0ED4-4719-BCFD-1274606BAF67}" srcOrd="0" destOrd="0" presId="urn:microsoft.com/office/officeart/2008/layout/VerticalAccentList"/>
    <dgm:cxn modelId="{8322E9A9-49E8-4474-81B2-9813CDE5C065}" type="presOf" srcId="{6B47DC67-2D2C-4BD6-9D1B-D28E0E7CF39C}" destId="{260BC886-E8B8-4892-A212-E114BF4BC2CB}" srcOrd="0" destOrd="0" presId="urn:microsoft.com/office/officeart/2008/layout/VerticalAccentList"/>
    <dgm:cxn modelId="{9E29DDE0-9BC7-4AB8-8FB7-B2EEFE3B04DB}" type="presOf" srcId="{4F9977FF-D4E9-4BB8-938E-6EB3DF03904B}" destId="{AC54B7F1-2B36-4DD9-B355-0AFFA33F9799}" srcOrd="0" destOrd="0" presId="urn:microsoft.com/office/officeart/2008/layout/VerticalAccentList"/>
    <dgm:cxn modelId="{51C128F3-7C0A-49C2-AF60-DDA8DE8901F3}" type="presOf" srcId="{835F9F6C-3B96-421C-9BE3-CA3816C4626E}" destId="{7D9A79E8-E992-4CC1-A8F6-4FCC37307E41}" srcOrd="0" destOrd="0" presId="urn:microsoft.com/office/officeart/2008/layout/VerticalAccentList"/>
    <dgm:cxn modelId="{4DC563E2-8AE5-4EC4-B7EA-0A6AB85925FB}" type="presParOf" srcId="{7D9A79E8-E992-4CC1-A8F6-4FCC37307E41}" destId="{8FEA27C3-AD49-4670-A2EB-EA38EA3E0D15}" srcOrd="0" destOrd="0" presId="urn:microsoft.com/office/officeart/2008/layout/VerticalAccentList"/>
    <dgm:cxn modelId="{8320A00E-4DA3-486E-A2D4-B5F5AF1D3C43}" type="presParOf" srcId="{8FEA27C3-AD49-4670-A2EB-EA38EA3E0D15}" destId="{260BC886-E8B8-4892-A212-E114BF4BC2CB}" srcOrd="0" destOrd="0" presId="urn:microsoft.com/office/officeart/2008/layout/VerticalAccentList"/>
    <dgm:cxn modelId="{AC6EE691-F54E-43E3-943F-5799B36764AA}" type="presParOf" srcId="{7D9A79E8-E992-4CC1-A8F6-4FCC37307E41}" destId="{FA25CF1E-C9AB-4345-9654-7F06BDE4FE1B}" srcOrd="1" destOrd="0" presId="urn:microsoft.com/office/officeart/2008/layout/VerticalAccentList"/>
    <dgm:cxn modelId="{CE758A6D-9DB3-449F-B55C-09FEB0FFAFDA}" type="presParOf" srcId="{FA25CF1E-C9AB-4345-9654-7F06BDE4FE1B}" destId="{43A09600-26E9-47B6-8693-B1BFA3313DC4}" srcOrd="0" destOrd="0" presId="urn:microsoft.com/office/officeart/2008/layout/VerticalAccentList"/>
    <dgm:cxn modelId="{3EA923B8-D647-413D-9F9B-5AB6FC1A21BD}" type="presParOf" srcId="{FA25CF1E-C9AB-4345-9654-7F06BDE4FE1B}" destId="{77DC44D0-59E0-4F04-B0DF-CD683072344B}" srcOrd="1" destOrd="0" presId="urn:microsoft.com/office/officeart/2008/layout/VerticalAccentList"/>
    <dgm:cxn modelId="{48FFF82C-7887-4839-82A9-8040D34D5760}" type="presParOf" srcId="{FA25CF1E-C9AB-4345-9654-7F06BDE4FE1B}" destId="{ED36C889-DD02-4DB5-A6E6-1C05E63D6BC3}" srcOrd="2" destOrd="0" presId="urn:microsoft.com/office/officeart/2008/layout/VerticalAccentList"/>
    <dgm:cxn modelId="{F66097B2-5F8B-4F6F-9482-6FADCD17AEBF}" type="presParOf" srcId="{FA25CF1E-C9AB-4345-9654-7F06BDE4FE1B}" destId="{5021D9BB-7B58-42A9-9902-7E897A2A92CA}" srcOrd="3" destOrd="0" presId="urn:microsoft.com/office/officeart/2008/layout/VerticalAccentList"/>
    <dgm:cxn modelId="{94F5DA96-B6B7-434E-BF7C-2D45E3F4DBCF}" type="presParOf" srcId="{FA25CF1E-C9AB-4345-9654-7F06BDE4FE1B}" destId="{149EEF20-203F-4107-AE9D-65002EDBE716}" srcOrd="4" destOrd="0" presId="urn:microsoft.com/office/officeart/2008/layout/VerticalAccentList"/>
    <dgm:cxn modelId="{79FB665F-7D81-4015-8C53-5416C902A98F}" type="presParOf" srcId="{FA25CF1E-C9AB-4345-9654-7F06BDE4FE1B}" destId="{7D5C612F-0DBC-44ED-A729-5BA378784BBC}" srcOrd="5" destOrd="0" presId="urn:microsoft.com/office/officeart/2008/layout/VerticalAccentList"/>
    <dgm:cxn modelId="{6DA78766-C1A4-4E5D-9C37-1B3D59219FB0}" type="presParOf" srcId="{FA25CF1E-C9AB-4345-9654-7F06BDE4FE1B}" destId="{1E5E9ABA-0006-4010-860A-7EFA2E71E9B1}" srcOrd="6" destOrd="0" presId="urn:microsoft.com/office/officeart/2008/layout/VerticalAccentList"/>
    <dgm:cxn modelId="{EFDAA8D8-F0CE-48DD-A8D2-23B15EE6B3B3}" type="presParOf" srcId="{7D9A79E8-E992-4CC1-A8F6-4FCC37307E41}" destId="{C8EAB4AF-F458-47F2-B970-686803D76069}" srcOrd="2" destOrd="0" presId="urn:microsoft.com/office/officeart/2008/layout/VerticalAccentList"/>
    <dgm:cxn modelId="{9630CC7A-8DD6-4988-9E4A-C8B21E6D5BF1}" type="presParOf" srcId="{7D9A79E8-E992-4CC1-A8F6-4FCC37307E41}" destId="{66626D9A-97D2-4502-867B-B3B7CC31D0D3}" srcOrd="3" destOrd="0" presId="urn:microsoft.com/office/officeart/2008/layout/VerticalAccentList"/>
    <dgm:cxn modelId="{A8024EBE-1791-40E4-9E80-60799D06995F}" type="presParOf" srcId="{66626D9A-97D2-4502-867B-B3B7CC31D0D3}" destId="{AC54B7F1-2B36-4DD9-B355-0AFFA33F9799}" srcOrd="0" destOrd="0" presId="urn:microsoft.com/office/officeart/2008/layout/VerticalAccentList"/>
    <dgm:cxn modelId="{A22D1165-1E30-4E5B-BCC9-E9636364EACC}" type="presParOf" srcId="{7D9A79E8-E992-4CC1-A8F6-4FCC37307E41}" destId="{A4EE997F-B4B6-42EA-9188-64D14620BEF5}" srcOrd="4" destOrd="0" presId="urn:microsoft.com/office/officeart/2008/layout/VerticalAccentList"/>
    <dgm:cxn modelId="{10DF4339-C34D-471A-86E5-9E903295356F}" type="presParOf" srcId="{A4EE997F-B4B6-42EA-9188-64D14620BEF5}" destId="{D5AFD04D-3028-4539-A7DA-BB2FDB2D7B1D}" srcOrd="0" destOrd="0" presId="urn:microsoft.com/office/officeart/2008/layout/VerticalAccentList"/>
    <dgm:cxn modelId="{2E79FD25-74AF-42C6-91CC-77B186C2DBAF}" type="presParOf" srcId="{A4EE997F-B4B6-42EA-9188-64D14620BEF5}" destId="{2BF4605C-0BA4-4FF0-AA11-48FD6EF7E807}" srcOrd="1" destOrd="0" presId="urn:microsoft.com/office/officeart/2008/layout/VerticalAccentList"/>
    <dgm:cxn modelId="{4B4F55DD-FB3A-4695-8F9E-416ED1762AF6}" type="presParOf" srcId="{A4EE997F-B4B6-42EA-9188-64D14620BEF5}" destId="{4780744A-3278-4DF4-A5F0-73A7E997A749}" srcOrd="2" destOrd="0" presId="urn:microsoft.com/office/officeart/2008/layout/VerticalAccentList"/>
    <dgm:cxn modelId="{2E2492C9-E9C8-4BC1-93DB-4503DBC29234}" type="presParOf" srcId="{A4EE997F-B4B6-42EA-9188-64D14620BEF5}" destId="{A33F4118-364D-4CF1-940E-C33850997B1B}" srcOrd="3" destOrd="0" presId="urn:microsoft.com/office/officeart/2008/layout/VerticalAccentList"/>
    <dgm:cxn modelId="{0882DA5B-CB89-4F53-B8BB-462D9C6EAC73}" type="presParOf" srcId="{A4EE997F-B4B6-42EA-9188-64D14620BEF5}" destId="{985FD79D-0D02-4BD4-B7C7-73F477CADBB5}" srcOrd="4" destOrd="0" presId="urn:microsoft.com/office/officeart/2008/layout/VerticalAccentList"/>
    <dgm:cxn modelId="{3D7A9063-EFFD-40B2-9A70-D1F3CEDCF849}" type="presParOf" srcId="{A4EE997F-B4B6-42EA-9188-64D14620BEF5}" destId="{F90E9943-C672-4656-8CF0-FAAC0ECCDFB7}" srcOrd="5" destOrd="0" presId="urn:microsoft.com/office/officeart/2008/layout/VerticalAccentList"/>
    <dgm:cxn modelId="{88D23B6F-D9E5-4906-BCC8-501CA3C1C87A}" type="presParOf" srcId="{A4EE997F-B4B6-42EA-9188-64D14620BEF5}" destId="{6AE96208-A2FC-43D6-8D86-D13810F3F3F8}" srcOrd="6" destOrd="0" presId="urn:microsoft.com/office/officeart/2008/layout/VerticalAccentList"/>
    <dgm:cxn modelId="{E413005C-D41C-49D5-B2D3-76815D65D160}" type="presParOf" srcId="{7D9A79E8-E992-4CC1-A8F6-4FCC37307E41}" destId="{5F0CF5F5-6BC3-404E-A57A-EF3F7D02C374}" srcOrd="5" destOrd="0" presId="urn:microsoft.com/office/officeart/2008/layout/VerticalAccentList"/>
    <dgm:cxn modelId="{96F9F74D-EDBA-4E7C-B833-7BBCE449252D}" type="presParOf" srcId="{7D9A79E8-E992-4CC1-A8F6-4FCC37307E41}" destId="{5C38B5F8-A8E2-4F2E-AD9F-36FE8041A04E}" srcOrd="6" destOrd="0" presId="urn:microsoft.com/office/officeart/2008/layout/VerticalAccentList"/>
    <dgm:cxn modelId="{20CE7346-6E38-4CE6-9273-F93CF0499AF1}" type="presParOf" srcId="{5C38B5F8-A8E2-4F2E-AD9F-36FE8041A04E}" destId="{43A426F4-0ED4-4719-BCFD-1274606BAF67}" srcOrd="0" destOrd="0" presId="urn:microsoft.com/office/officeart/2008/layout/VerticalAccentList"/>
    <dgm:cxn modelId="{7D0ABC64-8B97-4B7D-B250-3E9B51033AF2}" type="presParOf" srcId="{7D9A79E8-E992-4CC1-A8F6-4FCC37307E41}" destId="{DCB7F36C-95B6-4F99-B0FF-4969278A324C}" srcOrd="7" destOrd="0" presId="urn:microsoft.com/office/officeart/2008/layout/VerticalAccentList"/>
    <dgm:cxn modelId="{551CFE14-83FC-48C9-A772-16B32528AABA}" type="presParOf" srcId="{DCB7F36C-95B6-4F99-B0FF-4969278A324C}" destId="{97468E26-6222-4A92-9045-6A40409A5295}" srcOrd="0" destOrd="0" presId="urn:microsoft.com/office/officeart/2008/layout/VerticalAccentList"/>
    <dgm:cxn modelId="{B160D96B-168C-43D8-BE52-DD29B1530B96}" type="presParOf" srcId="{DCB7F36C-95B6-4F99-B0FF-4969278A324C}" destId="{2383B8D4-C8F4-4291-A151-E57A15DBCD9F}" srcOrd="1" destOrd="0" presId="urn:microsoft.com/office/officeart/2008/layout/VerticalAccentList"/>
    <dgm:cxn modelId="{D96172D8-E2D1-4EBE-BEA5-F8FD69F4F85F}" type="presParOf" srcId="{DCB7F36C-95B6-4F99-B0FF-4969278A324C}" destId="{88C569EC-82D6-4A51-A8F1-F97B6005EC6A}" srcOrd="2" destOrd="0" presId="urn:microsoft.com/office/officeart/2008/layout/VerticalAccentList"/>
    <dgm:cxn modelId="{AE0DC97B-1638-46AC-A086-19487C95E96B}" type="presParOf" srcId="{DCB7F36C-95B6-4F99-B0FF-4969278A324C}" destId="{F6431F5F-4D41-44A5-92A4-38DA50ED2BF9}" srcOrd="3" destOrd="0" presId="urn:microsoft.com/office/officeart/2008/layout/VerticalAccentList"/>
    <dgm:cxn modelId="{FBE7A06B-1FDD-45B2-97E1-3544AF8D4AE3}" type="presParOf" srcId="{DCB7F36C-95B6-4F99-B0FF-4969278A324C}" destId="{BA432E7F-2A31-4656-89D8-E5A482E6D95F}" srcOrd="4" destOrd="0" presId="urn:microsoft.com/office/officeart/2008/layout/VerticalAccentList"/>
    <dgm:cxn modelId="{8F558973-7D17-4B07-A41F-C63CCBF28FF3}" type="presParOf" srcId="{DCB7F36C-95B6-4F99-B0FF-4969278A324C}" destId="{46205E4F-6C99-40EE-8162-D42D2B1CE981}" srcOrd="5" destOrd="0" presId="urn:microsoft.com/office/officeart/2008/layout/VerticalAccentList"/>
    <dgm:cxn modelId="{DABFB529-4598-4AA6-8ADC-B9CB20E760DE}" type="presParOf" srcId="{DCB7F36C-95B6-4F99-B0FF-4969278A324C}" destId="{BB4A05DA-E78B-4FB2-B3D0-566F31F7FFE2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8DEDA8D-4839-4F22-8899-5154DC5149B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C242A7-B412-4E9E-8B83-09A23CBD0429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4200" dirty="0"/>
            <a:t>Depression Screen</a:t>
          </a:r>
          <a:br>
            <a:rPr lang="en-US" sz="4000" dirty="0"/>
          </a:br>
          <a:r>
            <a:rPr lang="en-US" sz="3600" i="1" dirty="0"/>
            <a:t>PHQ-9</a:t>
          </a:r>
        </a:p>
      </dgm:t>
    </dgm:pt>
    <dgm:pt modelId="{1BCEA0AF-1E57-4777-99BC-A79705B4AF92}" type="parTrans" cxnId="{983945EB-A8D9-47E1-B490-85DB43FC1B17}">
      <dgm:prSet/>
      <dgm:spPr/>
      <dgm:t>
        <a:bodyPr/>
        <a:lstStyle/>
        <a:p>
          <a:endParaRPr lang="en-US"/>
        </a:p>
      </dgm:t>
    </dgm:pt>
    <dgm:pt modelId="{6E7D8F9C-43ED-4998-828E-5FEEF9FA94A7}" type="sibTrans" cxnId="{983945EB-A8D9-47E1-B490-85DB43FC1B17}">
      <dgm:prSet/>
      <dgm:spPr/>
      <dgm:t>
        <a:bodyPr/>
        <a:lstStyle/>
        <a:p>
          <a:endParaRPr lang="en-US"/>
        </a:p>
      </dgm:t>
    </dgm:pt>
    <dgm:pt modelId="{FCB3F3C9-4384-49C7-97D3-40274A4B78E9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4200" dirty="0"/>
            <a:t>Parent Screen</a:t>
          </a:r>
          <a:br>
            <a:rPr lang="en-US" sz="4800" dirty="0"/>
          </a:br>
          <a:r>
            <a:rPr lang="en-US" sz="3600" i="1" dirty="0"/>
            <a:t>PSC</a:t>
          </a:r>
        </a:p>
      </dgm:t>
    </dgm:pt>
    <dgm:pt modelId="{3B856CC8-3091-4D0B-AB23-DF7CEDCEBBA7}" type="parTrans" cxnId="{C35D8D46-1359-439A-8A92-043D9590BC41}">
      <dgm:prSet/>
      <dgm:spPr/>
      <dgm:t>
        <a:bodyPr/>
        <a:lstStyle/>
        <a:p>
          <a:endParaRPr lang="en-US"/>
        </a:p>
      </dgm:t>
    </dgm:pt>
    <dgm:pt modelId="{9AC96C84-4EA6-43D9-923C-1CFF8AE9999D}" type="sibTrans" cxnId="{C35D8D46-1359-439A-8A92-043D9590BC41}">
      <dgm:prSet/>
      <dgm:spPr/>
      <dgm:t>
        <a:bodyPr/>
        <a:lstStyle/>
        <a:p>
          <a:endParaRPr lang="en-US"/>
        </a:p>
      </dgm:t>
    </dgm:pt>
    <dgm:pt modelId="{11C46FBA-9C23-47DD-94C2-82D2DE26601E}">
      <dgm:prSet custT="1"/>
      <dgm:spPr>
        <a:solidFill>
          <a:schemeClr val="accent2"/>
        </a:solidFill>
      </dgm:spPr>
      <dgm:t>
        <a:bodyPr/>
        <a:lstStyle/>
        <a:p>
          <a:r>
            <a:rPr lang="en-US" sz="4200" dirty="0"/>
            <a:t>Eating Disorder Screen</a:t>
          </a:r>
          <a:br>
            <a:rPr lang="en-US" sz="4400" dirty="0"/>
          </a:br>
          <a:r>
            <a:rPr lang="en-US" sz="3600" i="1" dirty="0"/>
            <a:t>SWED</a:t>
          </a:r>
        </a:p>
      </dgm:t>
    </dgm:pt>
    <dgm:pt modelId="{B33674FF-5D86-438D-BC0B-479F20F3BABE}" type="parTrans" cxnId="{65D2908C-1EB9-4691-82BE-F583EEF568A1}">
      <dgm:prSet/>
      <dgm:spPr/>
      <dgm:t>
        <a:bodyPr/>
        <a:lstStyle/>
        <a:p>
          <a:endParaRPr lang="en-US"/>
        </a:p>
      </dgm:t>
    </dgm:pt>
    <dgm:pt modelId="{4C36F15F-49A5-442D-9DB3-1AF7915153AE}" type="sibTrans" cxnId="{65D2908C-1EB9-4691-82BE-F583EEF568A1}">
      <dgm:prSet/>
      <dgm:spPr/>
      <dgm:t>
        <a:bodyPr/>
        <a:lstStyle/>
        <a:p>
          <a:endParaRPr lang="en-US"/>
        </a:p>
      </dgm:t>
    </dgm:pt>
    <dgm:pt modelId="{E35E3DF0-4CB0-4D6D-A5E6-70A7987100D6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4200" dirty="0"/>
            <a:t>Anxiety Screen</a:t>
          </a:r>
          <a:br>
            <a:rPr lang="en-US" sz="4400" dirty="0"/>
          </a:br>
          <a:r>
            <a:rPr lang="en-US" sz="3600" i="1" dirty="0"/>
            <a:t>GAD-7</a:t>
          </a:r>
        </a:p>
      </dgm:t>
    </dgm:pt>
    <dgm:pt modelId="{5EDAF32C-43E8-4C23-A5BA-044673F68C43}" type="parTrans" cxnId="{8B91D5E2-F274-4416-8ED9-485EDAB08B10}">
      <dgm:prSet/>
      <dgm:spPr/>
      <dgm:t>
        <a:bodyPr/>
        <a:lstStyle/>
        <a:p>
          <a:endParaRPr lang="en-US"/>
        </a:p>
      </dgm:t>
    </dgm:pt>
    <dgm:pt modelId="{E799D79F-242A-4C0D-ABC3-91E915DDF5C6}" type="sibTrans" cxnId="{8B91D5E2-F274-4416-8ED9-485EDAB08B10}">
      <dgm:prSet/>
      <dgm:spPr/>
      <dgm:t>
        <a:bodyPr/>
        <a:lstStyle/>
        <a:p>
          <a:endParaRPr lang="en-US"/>
        </a:p>
      </dgm:t>
    </dgm:pt>
    <dgm:pt modelId="{B00C0423-D46F-420D-B5F2-4F6B330A56E9}">
      <dgm:prSet custT="1"/>
      <dgm:spPr>
        <a:solidFill>
          <a:schemeClr val="accent2"/>
        </a:solidFill>
      </dgm:spPr>
      <dgm:t>
        <a:bodyPr/>
        <a:lstStyle/>
        <a:p>
          <a:r>
            <a:rPr lang="en-US" sz="4200" dirty="0"/>
            <a:t>Bipolar Screen</a:t>
          </a:r>
          <a:br>
            <a:rPr lang="en-US" sz="4800" dirty="0"/>
          </a:br>
          <a:r>
            <a:rPr lang="en-US" sz="3600" i="1" dirty="0"/>
            <a:t>MDQ</a:t>
          </a:r>
        </a:p>
      </dgm:t>
    </dgm:pt>
    <dgm:pt modelId="{DD1D9DD2-1F7F-45C0-A41C-D20087BD07E2}" type="parTrans" cxnId="{0C1D2FA1-8813-4586-8471-5D486F334BE5}">
      <dgm:prSet/>
      <dgm:spPr/>
      <dgm:t>
        <a:bodyPr/>
        <a:lstStyle/>
        <a:p>
          <a:endParaRPr lang="en-US"/>
        </a:p>
      </dgm:t>
    </dgm:pt>
    <dgm:pt modelId="{A4F5D891-3D25-492A-B626-99DC568F340D}" type="sibTrans" cxnId="{0C1D2FA1-8813-4586-8471-5D486F334BE5}">
      <dgm:prSet/>
      <dgm:spPr/>
      <dgm:t>
        <a:bodyPr/>
        <a:lstStyle/>
        <a:p>
          <a:endParaRPr lang="en-US"/>
        </a:p>
      </dgm:t>
    </dgm:pt>
    <dgm:pt modelId="{478B4718-63A8-49B7-A181-F22A0FAAFC54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4200" dirty="0"/>
            <a:t>Psychosis Screen</a:t>
          </a:r>
          <a:br>
            <a:rPr lang="en-US" sz="4200" dirty="0"/>
          </a:br>
          <a:r>
            <a:rPr lang="en-US" sz="3600" i="1" dirty="0"/>
            <a:t>Ultra-High Risk PQ-B</a:t>
          </a:r>
        </a:p>
      </dgm:t>
    </dgm:pt>
    <dgm:pt modelId="{7B95DCD3-35B1-4B69-910E-C8700AD807E3}" type="parTrans" cxnId="{BF16EE8E-3B65-468F-9F72-2173BDD2753C}">
      <dgm:prSet/>
      <dgm:spPr/>
      <dgm:t>
        <a:bodyPr/>
        <a:lstStyle/>
        <a:p>
          <a:endParaRPr lang="en-US"/>
        </a:p>
      </dgm:t>
    </dgm:pt>
    <dgm:pt modelId="{88DC261F-B0F8-4DA3-8C02-74391A014024}" type="sibTrans" cxnId="{BF16EE8E-3B65-468F-9F72-2173BDD2753C}">
      <dgm:prSet/>
      <dgm:spPr/>
      <dgm:t>
        <a:bodyPr/>
        <a:lstStyle/>
        <a:p>
          <a:endParaRPr lang="en-US"/>
        </a:p>
      </dgm:t>
    </dgm:pt>
    <dgm:pt modelId="{06B32DAF-C070-4639-AF4B-B5EA7B5D5C77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4200" dirty="0"/>
            <a:t>PTSD Screen</a:t>
          </a:r>
          <a:br>
            <a:rPr lang="en-US" sz="4800" dirty="0"/>
          </a:br>
          <a:r>
            <a:rPr lang="en-US" sz="3600" i="1" dirty="0"/>
            <a:t>PC-PTSD</a:t>
          </a:r>
        </a:p>
      </dgm:t>
    </dgm:pt>
    <dgm:pt modelId="{A68535B3-66FB-4B3F-B54D-01B2A32669A7}" type="parTrans" cxnId="{7B836183-19A3-4FF6-AF5A-F2C322418052}">
      <dgm:prSet/>
      <dgm:spPr/>
      <dgm:t>
        <a:bodyPr/>
        <a:lstStyle/>
        <a:p>
          <a:endParaRPr lang="en-US"/>
        </a:p>
      </dgm:t>
    </dgm:pt>
    <dgm:pt modelId="{B15E575C-0357-48A6-8C40-266BB9CE850B}" type="sibTrans" cxnId="{7B836183-19A3-4FF6-AF5A-F2C322418052}">
      <dgm:prSet/>
      <dgm:spPr/>
      <dgm:t>
        <a:bodyPr/>
        <a:lstStyle/>
        <a:p>
          <a:endParaRPr lang="en-US"/>
        </a:p>
      </dgm:t>
    </dgm:pt>
    <dgm:pt modelId="{DAB777BF-36FE-4F17-9F09-5F9317BA4137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4200" dirty="0"/>
            <a:t>Youth Screen</a:t>
          </a:r>
          <a:br>
            <a:rPr lang="en-US" sz="4200" dirty="0"/>
          </a:br>
          <a:r>
            <a:rPr lang="en-US" sz="3600" i="1" dirty="0"/>
            <a:t>PSC-YR</a:t>
          </a:r>
        </a:p>
      </dgm:t>
    </dgm:pt>
    <dgm:pt modelId="{2F383BDF-68E8-41B9-8E7A-8A570BF559D6}" type="parTrans" cxnId="{72BB0E3A-A09B-4049-80CD-C831AD0A54F1}">
      <dgm:prSet/>
      <dgm:spPr/>
      <dgm:t>
        <a:bodyPr/>
        <a:lstStyle/>
        <a:p>
          <a:endParaRPr lang="en-US"/>
        </a:p>
      </dgm:t>
    </dgm:pt>
    <dgm:pt modelId="{6349EC52-4B87-43E1-A82E-9E2E6ACFDC17}" type="sibTrans" cxnId="{72BB0E3A-A09B-4049-80CD-C831AD0A54F1}">
      <dgm:prSet/>
      <dgm:spPr/>
      <dgm:t>
        <a:bodyPr/>
        <a:lstStyle/>
        <a:p>
          <a:endParaRPr lang="en-US"/>
        </a:p>
      </dgm:t>
    </dgm:pt>
    <dgm:pt modelId="{23F965E8-0BDF-4058-B1E6-73A0AF9C53D9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4200" dirty="0"/>
            <a:t>Alcohol or Substance Use Screen</a:t>
          </a:r>
          <a:br>
            <a:rPr lang="en-US" sz="4200" dirty="0"/>
          </a:br>
          <a:r>
            <a:rPr lang="en-US" sz="3600" i="1" dirty="0"/>
            <a:t>CAGE-AID</a:t>
          </a:r>
        </a:p>
      </dgm:t>
    </dgm:pt>
    <dgm:pt modelId="{FDF43579-DB63-4B53-AE5C-C36C0D3C78AB}" type="parTrans" cxnId="{F01A60AD-CB69-41D5-A287-5F06DE506C3E}">
      <dgm:prSet/>
      <dgm:spPr/>
      <dgm:t>
        <a:bodyPr/>
        <a:lstStyle/>
        <a:p>
          <a:endParaRPr lang="en-US"/>
        </a:p>
      </dgm:t>
    </dgm:pt>
    <dgm:pt modelId="{202A251F-2852-46F6-8EED-BD27AAFF7E6F}" type="sibTrans" cxnId="{F01A60AD-CB69-41D5-A287-5F06DE506C3E}">
      <dgm:prSet/>
      <dgm:spPr/>
      <dgm:t>
        <a:bodyPr/>
        <a:lstStyle/>
        <a:p>
          <a:endParaRPr lang="en-US"/>
        </a:p>
      </dgm:t>
    </dgm:pt>
    <dgm:pt modelId="{440731A4-9C5C-40B3-9B61-4CDF086BC064}" type="pres">
      <dgm:prSet presAssocID="{08DEDA8D-4839-4F22-8899-5154DC5149B8}" presName="diagram" presStyleCnt="0">
        <dgm:presLayoutVars>
          <dgm:dir/>
          <dgm:resizeHandles val="exact"/>
        </dgm:presLayoutVars>
      </dgm:prSet>
      <dgm:spPr/>
    </dgm:pt>
    <dgm:pt modelId="{82AB595C-69E9-402D-883E-E5E36FB82104}" type="pres">
      <dgm:prSet presAssocID="{37C242A7-B412-4E9E-8B83-09A23CBD0429}" presName="node" presStyleLbl="node1" presStyleIdx="0" presStyleCnt="9">
        <dgm:presLayoutVars>
          <dgm:bulletEnabled val="1"/>
        </dgm:presLayoutVars>
      </dgm:prSet>
      <dgm:spPr/>
    </dgm:pt>
    <dgm:pt modelId="{DA6ED0B7-4129-4502-B5A7-E7AEAC58BD3B}" type="pres">
      <dgm:prSet presAssocID="{6E7D8F9C-43ED-4998-828E-5FEEF9FA94A7}" presName="sibTrans" presStyleCnt="0"/>
      <dgm:spPr/>
    </dgm:pt>
    <dgm:pt modelId="{1810E7CB-91C4-440F-9C62-59876FA38E0E}" type="pres">
      <dgm:prSet presAssocID="{B00C0423-D46F-420D-B5F2-4F6B330A56E9}" presName="node" presStyleLbl="node1" presStyleIdx="1" presStyleCnt="9">
        <dgm:presLayoutVars>
          <dgm:bulletEnabled val="1"/>
        </dgm:presLayoutVars>
      </dgm:prSet>
      <dgm:spPr/>
    </dgm:pt>
    <dgm:pt modelId="{A7877F75-8B20-48B5-9D7A-1FD48A044628}" type="pres">
      <dgm:prSet presAssocID="{A4F5D891-3D25-492A-B626-99DC568F340D}" presName="sibTrans" presStyleCnt="0"/>
      <dgm:spPr/>
    </dgm:pt>
    <dgm:pt modelId="{6C6EDA94-8AEA-4596-B6F8-54CB7ACB085B}" type="pres">
      <dgm:prSet presAssocID="{E35E3DF0-4CB0-4D6D-A5E6-70A7987100D6}" presName="node" presStyleLbl="node1" presStyleIdx="2" presStyleCnt="9">
        <dgm:presLayoutVars>
          <dgm:bulletEnabled val="1"/>
        </dgm:presLayoutVars>
      </dgm:prSet>
      <dgm:spPr/>
    </dgm:pt>
    <dgm:pt modelId="{26C77EA3-C5BC-496A-B298-5176CC9F2C9B}" type="pres">
      <dgm:prSet presAssocID="{E799D79F-242A-4C0D-ABC3-91E915DDF5C6}" presName="sibTrans" presStyleCnt="0"/>
      <dgm:spPr/>
    </dgm:pt>
    <dgm:pt modelId="{0D613BFA-1F3D-48B1-8B61-B46CA4FD7AE9}" type="pres">
      <dgm:prSet presAssocID="{478B4718-63A8-49B7-A181-F22A0FAAFC54}" presName="node" presStyleLbl="node1" presStyleIdx="3" presStyleCnt="9">
        <dgm:presLayoutVars>
          <dgm:bulletEnabled val="1"/>
        </dgm:presLayoutVars>
      </dgm:prSet>
      <dgm:spPr/>
    </dgm:pt>
    <dgm:pt modelId="{9E2689D8-7734-417F-9CFB-F9381CA0AA35}" type="pres">
      <dgm:prSet presAssocID="{88DC261F-B0F8-4DA3-8C02-74391A014024}" presName="sibTrans" presStyleCnt="0"/>
      <dgm:spPr/>
    </dgm:pt>
    <dgm:pt modelId="{9038D162-F2B5-4082-8248-5C2E710B7BA5}" type="pres">
      <dgm:prSet presAssocID="{06B32DAF-C070-4639-AF4B-B5EA7B5D5C77}" presName="node" presStyleLbl="node1" presStyleIdx="4" presStyleCnt="9">
        <dgm:presLayoutVars>
          <dgm:bulletEnabled val="1"/>
        </dgm:presLayoutVars>
      </dgm:prSet>
      <dgm:spPr/>
    </dgm:pt>
    <dgm:pt modelId="{571CE00D-B0EF-4569-877A-065E1C1DFAAF}" type="pres">
      <dgm:prSet presAssocID="{B15E575C-0357-48A6-8C40-266BB9CE850B}" presName="sibTrans" presStyleCnt="0"/>
      <dgm:spPr/>
    </dgm:pt>
    <dgm:pt modelId="{B3A58414-F9CE-438D-AF42-39D74E9D7B10}" type="pres">
      <dgm:prSet presAssocID="{DAB777BF-36FE-4F17-9F09-5F9317BA4137}" presName="node" presStyleLbl="node1" presStyleIdx="5" presStyleCnt="9">
        <dgm:presLayoutVars>
          <dgm:bulletEnabled val="1"/>
        </dgm:presLayoutVars>
      </dgm:prSet>
      <dgm:spPr/>
    </dgm:pt>
    <dgm:pt modelId="{657C5D70-1DC5-4554-8712-6FDF49D98A1C}" type="pres">
      <dgm:prSet presAssocID="{6349EC52-4B87-43E1-A82E-9E2E6ACFDC17}" presName="sibTrans" presStyleCnt="0"/>
      <dgm:spPr/>
    </dgm:pt>
    <dgm:pt modelId="{D6F4F698-0E26-4B71-B598-E7105E28474E}" type="pres">
      <dgm:prSet presAssocID="{23F965E8-0BDF-4058-B1E6-73A0AF9C53D9}" presName="node" presStyleLbl="node1" presStyleIdx="6" presStyleCnt="9">
        <dgm:presLayoutVars>
          <dgm:bulletEnabled val="1"/>
        </dgm:presLayoutVars>
      </dgm:prSet>
      <dgm:spPr/>
    </dgm:pt>
    <dgm:pt modelId="{ADC59898-E0D4-48E8-89B3-0582E0EEADC4}" type="pres">
      <dgm:prSet presAssocID="{202A251F-2852-46F6-8EED-BD27AAFF7E6F}" presName="sibTrans" presStyleCnt="0"/>
      <dgm:spPr/>
    </dgm:pt>
    <dgm:pt modelId="{9B83787F-45D4-41EF-B8C5-F9AFD780127C}" type="pres">
      <dgm:prSet presAssocID="{11C46FBA-9C23-47DD-94C2-82D2DE26601E}" presName="node" presStyleLbl="node1" presStyleIdx="7" presStyleCnt="9">
        <dgm:presLayoutVars>
          <dgm:bulletEnabled val="1"/>
        </dgm:presLayoutVars>
      </dgm:prSet>
      <dgm:spPr/>
    </dgm:pt>
    <dgm:pt modelId="{99F206E8-3D29-46AC-9417-4E329A656D26}" type="pres">
      <dgm:prSet presAssocID="{4C36F15F-49A5-442D-9DB3-1AF7915153AE}" presName="sibTrans" presStyleCnt="0"/>
      <dgm:spPr/>
    </dgm:pt>
    <dgm:pt modelId="{3D1A30C4-C3E9-40A7-A1FE-C64DC1EADEEF}" type="pres">
      <dgm:prSet presAssocID="{FCB3F3C9-4384-49C7-97D3-40274A4B78E9}" presName="node" presStyleLbl="node1" presStyleIdx="8" presStyleCnt="9">
        <dgm:presLayoutVars>
          <dgm:bulletEnabled val="1"/>
        </dgm:presLayoutVars>
      </dgm:prSet>
      <dgm:spPr/>
    </dgm:pt>
  </dgm:ptLst>
  <dgm:cxnLst>
    <dgm:cxn modelId="{C389A415-D01C-46B0-8647-5E2B6085CCE8}" type="presOf" srcId="{B00C0423-D46F-420D-B5F2-4F6B330A56E9}" destId="{1810E7CB-91C4-440F-9C62-59876FA38E0E}" srcOrd="0" destOrd="0" presId="urn:microsoft.com/office/officeart/2005/8/layout/default"/>
    <dgm:cxn modelId="{55109517-EBEC-4F91-9D20-AF27DF3E7686}" type="presOf" srcId="{E35E3DF0-4CB0-4D6D-A5E6-70A7987100D6}" destId="{6C6EDA94-8AEA-4596-B6F8-54CB7ACB085B}" srcOrd="0" destOrd="0" presId="urn:microsoft.com/office/officeart/2005/8/layout/default"/>
    <dgm:cxn modelId="{51B5CF1A-EDE7-4675-BECB-95BEE7127AB9}" type="presOf" srcId="{06B32DAF-C070-4639-AF4B-B5EA7B5D5C77}" destId="{9038D162-F2B5-4082-8248-5C2E710B7BA5}" srcOrd="0" destOrd="0" presId="urn:microsoft.com/office/officeart/2005/8/layout/default"/>
    <dgm:cxn modelId="{D7CDD730-A3A8-4B7F-AFCE-27E718C67EC0}" type="presOf" srcId="{DAB777BF-36FE-4F17-9F09-5F9317BA4137}" destId="{B3A58414-F9CE-438D-AF42-39D74E9D7B10}" srcOrd="0" destOrd="0" presId="urn:microsoft.com/office/officeart/2005/8/layout/default"/>
    <dgm:cxn modelId="{72BB0E3A-A09B-4049-80CD-C831AD0A54F1}" srcId="{08DEDA8D-4839-4F22-8899-5154DC5149B8}" destId="{DAB777BF-36FE-4F17-9F09-5F9317BA4137}" srcOrd="5" destOrd="0" parTransId="{2F383BDF-68E8-41B9-8E7A-8A570BF559D6}" sibTransId="{6349EC52-4B87-43E1-A82E-9E2E6ACFDC17}"/>
    <dgm:cxn modelId="{C35D8D46-1359-439A-8A92-043D9590BC41}" srcId="{08DEDA8D-4839-4F22-8899-5154DC5149B8}" destId="{FCB3F3C9-4384-49C7-97D3-40274A4B78E9}" srcOrd="8" destOrd="0" parTransId="{3B856CC8-3091-4D0B-AB23-DF7CEDCEBBA7}" sibTransId="{9AC96C84-4EA6-43D9-923C-1CFF8AE9999D}"/>
    <dgm:cxn modelId="{C00EB96A-280D-4C7D-B187-647BB4983D4C}" type="presOf" srcId="{FCB3F3C9-4384-49C7-97D3-40274A4B78E9}" destId="{3D1A30C4-C3E9-40A7-A1FE-C64DC1EADEEF}" srcOrd="0" destOrd="0" presId="urn:microsoft.com/office/officeart/2005/8/layout/default"/>
    <dgm:cxn modelId="{DFAECF4C-15DC-45A8-9A60-24E73293D9D6}" type="presOf" srcId="{08DEDA8D-4839-4F22-8899-5154DC5149B8}" destId="{440731A4-9C5C-40B3-9B61-4CDF086BC064}" srcOrd="0" destOrd="0" presId="urn:microsoft.com/office/officeart/2005/8/layout/default"/>
    <dgm:cxn modelId="{7B836183-19A3-4FF6-AF5A-F2C322418052}" srcId="{08DEDA8D-4839-4F22-8899-5154DC5149B8}" destId="{06B32DAF-C070-4639-AF4B-B5EA7B5D5C77}" srcOrd="4" destOrd="0" parTransId="{A68535B3-66FB-4B3F-B54D-01B2A32669A7}" sibTransId="{B15E575C-0357-48A6-8C40-266BB9CE850B}"/>
    <dgm:cxn modelId="{E0325B84-0496-4C92-B5D9-0B5BAF750AD1}" type="presOf" srcId="{11C46FBA-9C23-47DD-94C2-82D2DE26601E}" destId="{9B83787F-45D4-41EF-B8C5-F9AFD780127C}" srcOrd="0" destOrd="0" presId="urn:microsoft.com/office/officeart/2005/8/layout/default"/>
    <dgm:cxn modelId="{E1D6108A-6A4F-4048-9596-9F9D001AC584}" type="presOf" srcId="{23F965E8-0BDF-4058-B1E6-73A0AF9C53D9}" destId="{D6F4F698-0E26-4B71-B598-E7105E28474E}" srcOrd="0" destOrd="0" presId="urn:microsoft.com/office/officeart/2005/8/layout/default"/>
    <dgm:cxn modelId="{65D2908C-1EB9-4691-82BE-F583EEF568A1}" srcId="{08DEDA8D-4839-4F22-8899-5154DC5149B8}" destId="{11C46FBA-9C23-47DD-94C2-82D2DE26601E}" srcOrd="7" destOrd="0" parTransId="{B33674FF-5D86-438D-BC0B-479F20F3BABE}" sibTransId="{4C36F15F-49A5-442D-9DB3-1AF7915153AE}"/>
    <dgm:cxn modelId="{BF16EE8E-3B65-468F-9F72-2173BDD2753C}" srcId="{08DEDA8D-4839-4F22-8899-5154DC5149B8}" destId="{478B4718-63A8-49B7-A181-F22A0FAAFC54}" srcOrd="3" destOrd="0" parTransId="{7B95DCD3-35B1-4B69-910E-C8700AD807E3}" sibTransId="{88DC261F-B0F8-4DA3-8C02-74391A014024}"/>
    <dgm:cxn modelId="{0C1D2FA1-8813-4586-8471-5D486F334BE5}" srcId="{08DEDA8D-4839-4F22-8899-5154DC5149B8}" destId="{B00C0423-D46F-420D-B5F2-4F6B330A56E9}" srcOrd="1" destOrd="0" parTransId="{DD1D9DD2-1F7F-45C0-A41C-D20087BD07E2}" sibTransId="{A4F5D891-3D25-492A-B626-99DC568F340D}"/>
    <dgm:cxn modelId="{7829DBA8-5C28-492E-8F77-429D49FF5156}" type="presOf" srcId="{37C242A7-B412-4E9E-8B83-09A23CBD0429}" destId="{82AB595C-69E9-402D-883E-E5E36FB82104}" srcOrd="0" destOrd="0" presId="urn:microsoft.com/office/officeart/2005/8/layout/default"/>
    <dgm:cxn modelId="{F01A60AD-CB69-41D5-A287-5F06DE506C3E}" srcId="{08DEDA8D-4839-4F22-8899-5154DC5149B8}" destId="{23F965E8-0BDF-4058-B1E6-73A0AF9C53D9}" srcOrd="6" destOrd="0" parTransId="{FDF43579-DB63-4B53-AE5C-C36C0D3C78AB}" sibTransId="{202A251F-2852-46F6-8EED-BD27AAFF7E6F}"/>
    <dgm:cxn modelId="{1D9F7CD6-F78A-439A-88AE-2DB93BEC1142}" type="presOf" srcId="{478B4718-63A8-49B7-A181-F22A0FAAFC54}" destId="{0D613BFA-1F3D-48B1-8B61-B46CA4FD7AE9}" srcOrd="0" destOrd="0" presId="urn:microsoft.com/office/officeart/2005/8/layout/default"/>
    <dgm:cxn modelId="{8B91D5E2-F274-4416-8ED9-485EDAB08B10}" srcId="{08DEDA8D-4839-4F22-8899-5154DC5149B8}" destId="{E35E3DF0-4CB0-4D6D-A5E6-70A7987100D6}" srcOrd="2" destOrd="0" parTransId="{5EDAF32C-43E8-4C23-A5BA-044673F68C43}" sibTransId="{E799D79F-242A-4C0D-ABC3-91E915DDF5C6}"/>
    <dgm:cxn modelId="{983945EB-A8D9-47E1-B490-85DB43FC1B17}" srcId="{08DEDA8D-4839-4F22-8899-5154DC5149B8}" destId="{37C242A7-B412-4E9E-8B83-09A23CBD0429}" srcOrd="0" destOrd="0" parTransId="{1BCEA0AF-1E57-4777-99BC-A79705B4AF92}" sibTransId="{6E7D8F9C-43ED-4998-828E-5FEEF9FA94A7}"/>
    <dgm:cxn modelId="{1C9DAAC2-EBAC-4262-9375-B2AFED170453}" type="presParOf" srcId="{440731A4-9C5C-40B3-9B61-4CDF086BC064}" destId="{82AB595C-69E9-402D-883E-E5E36FB82104}" srcOrd="0" destOrd="0" presId="urn:microsoft.com/office/officeart/2005/8/layout/default"/>
    <dgm:cxn modelId="{57C5DB43-D35D-408D-AE4C-7E010EB0DBF7}" type="presParOf" srcId="{440731A4-9C5C-40B3-9B61-4CDF086BC064}" destId="{DA6ED0B7-4129-4502-B5A7-E7AEAC58BD3B}" srcOrd="1" destOrd="0" presId="urn:microsoft.com/office/officeart/2005/8/layout/default"/>
    <dgm:cxn modelId="{0C34ECB7-069E-40F4-8F4B-955637EAEA90}" type="presParOf" srcId="{440731A4-9C5C-40B3-9B61-4CDF086BC064}" destId="{1810E7CB-91C4-440F-9C62-59876FA38E0E}" srcOrd="2" destOrd="0" presId="urn:microsoft.com/office/officeart/2005/8/layout/default"/>
    <dgm:cxn modelId="{DC5D1480-663B-46CD-87C6-A454D3BD1CA6}" type="presParOf" srcId="{440731A4-9C5C-40B3-9B61-4CDF086BC064}" destId="{A7877F75-8B20-48B5-9D7A-1FD48A044628}" srcOrd="3" destOrd="0" presId="urn:microsoft.com/office/officeart/2005/8/layout/default"/>
    <dgm:cxn modelId="{987D4B75-3547-40A3-B2DA-2B53DFCD18F2}" type="presParOf" srcId="{440731A4-9C5C-40B3-9B61-4CDF086BC064}" destId="{6C6EDA94-8AEA-4596-B6F8-54CB7ACB085B}" srcOrd="4" destOrd="0" presId="urn:microsoft.com/office/officeart/2005/8/layout/default"/>
    <dgm:cxn modelId="{3220014E-9693-4CA9-8290-1443812BCE75}" type="presParOf" srcId="{440731A4-9C5C-40B3-9B61-4CDF086BC064}" destId="{26C77EA3-C5BC-496A-B298-5176CC9F2C9B}" srcOrd="5" destOrd="0" presId="urn:microsoft.com/office/officeart/2005/8/layout/default"/>
    <dgm:cxn modelId="{63920D03-F267-49B3-B96C-413EF0A86CEF}" type="presParOf" srcId="{440731A4-9C5C-40B3-9B61-4CDF086BC064}" destId="{0D613BFA-1F3D-48B1-8B61-B46CA4FD7AE9}" srcOrd="6" destOrd="0" presId="urn:microsoft.com/office/officeart/2005/8/layout/default"/>
    <dgm:cxn modelId="{887A49BC-D846-4234-8891-9CF1BEF1917F}" type="presParOf" srcId="{440731A4-9C5C-40B3-9B61-4CDF086BC064}" destId="{9E2689D8-7734-417F-9CFB-F9381CA0AA35}" srcOrd="7" destOrd="0" presId="urn:microsoft.com/office/officeart/2005/8/layout/default"/>
    <dgm:cxn modelId="{D8D13985-41F5-403B-A0B9-26DAAD4DCA25}" type="presParOf" srcId="{440731A4-9C5C-40B3-9B61-4CDF086BC064}" destId="{9038D162-F2B5-4082-8248-5C2E710B7BA5}" srcOrd="8" destOrd="0" presId="urn:microsoft.com/office/officeart/2005/8/layout/default"/>
    <dgm:cxn modelId="{C626C7FE-09E9-474D-9377-492EE124532E}" type="presParOf" srcId="{440731A4-9C5C-40B3-9B61-4CDF086BC064}" destId="{571CE00D-B0EF-4569-877A-065E1C1DFAAF}" srcOrd="9" destOrd="0" presId="urn:microsoft.com/office/officeart/2005/8/layout/default"/>
    <dgm:cxn modelId="{ACA53EE1-2120-479D-9299-1D68A8F8812D}" type="presParOf" srcId="{440731A4-9C5C-40B3-9B61-4CDF086BC064}" destId="{B3A58414-F9CE-438D-AF42-39D74E9D7B10}" srcOrd="10" destOrd="0" presId="urn:microsoft.com/office/officeart/2005/8/layout/default"/>
    <dgm:cxn modelId="{2A22A813-F4A5-44FA-A6C4-F67234D01A81}" type="presParOf" srcId="{440731A4-9C5C-40B3-9B61-4CDF086BC064}" destId="{657C5D70-1DC5-4554-8712-6FDF49D98A1C}" srcOrd="11" destOrd="0" presId="urn:microsoft.com/office/officeart/2005/8/layout/default"/>
    <dgm:cxn modelId="{92D5334F-F180-41D8-8524-791108E64593}" type="presParOf" srcId="{440731A4-9C5C-40B3-9B61-4CDF086BC064}" destId="{D6F4F698-0E26-4B71-B598-E7105E28474E}" srcOrd="12" destOrd="0" presId="urn:microsoft.com/office/officeart/2005/8/layout/default"/>
    <dgm:cxn modelId="{B47A6F9A-0D1D-467F-BFC8-ABE47AE6A315}" type="presParOf" srcId="{440731A4-9C5C-40B3-9B61-4CDF086BC064}" destId="{ADC59898-E0D4-48E8-89B3-0582E0EEADC4}" srcOrd="13" destOrd="0" presId="urn:microsoft.com/office/officeart/2005/8/layout/default"/>
    <dgm:cxn modelId="{DE9C865C-26AB-466B-ADC5-CB416C729FE3}" type="presParOf" srcId="{440731A4-9C5C-40B3-9B61-4CDF086BC064}" destId="{9B83787F-45D4-41EF-B8C5-F9AFD780127C}" srcOrd="14" destOrd="0" presId="urn:microsoft.com/office/officeart/2005/8/layout/default"/>
    <dgm:cxn modelId="{5C448C60-8A35-4AAF-B57C-21E00FC9B5BD}" type="presParOf" srcId="{440731A4-9C5C-40B3-9B61-4CDF086BC064}" destId="{99F206E8-3D29-46AC-9417-4E329A656D26}" srcOrd="15" destOrd="0" presId="urn:microsoft.com/office/officeart/2005/8/layout/default"/>
    <dgm:cxn modelId="{1581CE2F-1415-4552-B48C-E0DCC79B00DE}" type="presParOf" srcId="{440731A4-9C5C-40B3-9B61-4CDF086BC064}" destId="{3D1A30C4-C3E9-40A7-A1FE-C64DC1EADEE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2D30446-BB7B-4DE1-92F1-74BF7B0A5FE9}" type="doc">
      <dgm:prSet loTypeId="urn:microsoft.com/office/officeart/2005/8/layout/pyramid4" loCatId="relationship" qsTypeId="urn:microsoft.com/office/officeart/2005/8/quickstyle/simple1" qsCatId="simple" csTypeId="urn:microsoft.com/office/officeart/2005/8/colors/colorful1" csCatId="colorful" phldr="1"/>
      <dgm:spPr/>
    </dgm:pt>
    <dgm:pt modelId="{6E01F189-0926-400A-92CB-52E7DF68EE89}">
      <dgm:prSet phldrT="[Text]" custT="1"/>
      <dgm:spPr/>
      <dgm:t>
        <a:bodyPr/>
        <a:lstStyle/>
        <a:p>
          <a:r>
            <a:rPr lang="en-US" sz="2800" b="1" dirty="0"/>
            <a:t>Information</a:t>
          </a:r>
          <a:r>
            <a:rPr lang="en-US" sz="2500" b="1" dirty="0"/>
            <a:t> </a:t>
          </a:r>
          <a:r>
            <a:rPr lang="en-US" sz="2400" b="1" dirty="0"/>
            <a:t>and</a:t>
          </a:r>
          <a:r>
            <a:rPr lang="en-US" sz="2500" b="1" dirty="0"/>
            <a:t> Education</a:t>
          </a:r>
        </a:p>
      </dgm:t>
    </dgm:pt>
    <dgm:pt modelId="{E8BC8FBC-35EA-436B-99D8-4C91CFB69150}" type="parTrans" cxnId="{9AD76EB1-10AB-4F7F-BFCE-E10670936528}">
      <dgm:prSet/>
      <dgm:spPr/>
      <dgm:t>
        <a:bodyPr/>
        <a:lstStyle/>
        <a:p>
          <a:endParaRPr lang="en-US"/>
        </a:p>
      </dgm:t>
    </dgm:pt>
    <dgm:pt modelId="{75D06391-5105-4698-B84A-B37730671223}" type="sibTrans" cxnId="{9AD76EB1-10AB-4F7F-BFCE-E10670936528}">
      <dgm:prSet/>
      <dgm:spPr/>
      <dgm:t>
        <a:bodyPr/>
        <a:lstStyle/>
        <a:p>
          <a:endParaRPr lang="en-US"/>
        </a:p>
      </dgm:t>
    </dgm:pt>
    <dgm:pt modelId="{CB6FCB2A-1934-4CB8-A790-ABFB90C5A6CC}">
      <dgm:prSet phldrT="[Text]" custT="1"/>
      <dgm:spPr/>
      <dgm:t>
        <a:bodyPr/>
        <a:lstStyle/>
        <a:p>
          <a:r>
            <a:rPr lang="en-US" sz="2400" b="1" dirty="0"/>
            <a:t>DIY</a:t>
          </a:r>
          <a:r>
            <a:rPr lang="en-US" sz="2500" b="1" dirty="0"/>
            <a:t>: Self-Help Tools</a:t>
          </a:r>
        </a:p>
      </dgm:t>
    </dgm:pt>
    <dgm:pt modelId="{37C5C80C-6B9D-4500-BD1E-2210287CD81E}" type="parTrans" cxnId="{8D2CE824-4A72-48D6-B4E3-3C36DEC60C84}">
      <dgm:prSet/>
      <dgm:spPr/>
      <dgm:t>
        <a:bodyPr/>
        <a:lstStyle/>
        <a:p>
          <a:endParaRPr lang="en-US"/>
        </a:p>
      </dgm:t>
    </dgm:pt>
    <dgm:pt modelId="{4B741264-540B-427E-BC49-44FC0B1C195F}" type="sibTrans" cxnId="{8D2CE824-4A72-48D6-B4E3-3C36DEC60C84}">
      <dgm:prSet/>
      <dgm:spPr/>
      <dgm:t>
        <a:bodyPr/>
        <a:lstStyle/>
        <a:p>
          <a:endParaRPr lang="en-US"/>
        </a:p>
      </dgm:t>
    </dgm:pt>
    <dgm:pt modelId="{A54E166D-58AB-43CE-9024-97E299E7AF00}">
      <dgm:prSet phldrT="[Text]" custT="1"/>
      <dgm:spPr/>
      <dgm:t>
        <a:bodyPr/>
        <a:lstStyle/>
        <a:p>
          <a:r>
            <a:rPr lang="en-US" sz="2500" b="1" dirty="0"/>
            <a:t>Referral to Care </a:t>
          </a:r>
          <a:r>
            <a:rPr lang="en-US" sz="2400" b="1" dirty="0"/>
            <a:t>and</a:t>
          </a:r>
          <a:r>
            <a:rPr lang="en-US" sz="2500" b="1" dirty="0"/>
            <a:t> Services</a:t>
          </a:r>
        </a:p>
      </dgm:t>
    </dgm:pt>
    <dgm:pt modelId="{4978F31A-76C2-4990-9231-0A53E328E0E7}" type="parTrans" cxnId="{A66E9104-9C68-427F-9CDF-732131C01007}">
      <dgm:prSet/>
      <dgm:spPr/>
      <dgm:t>
        <a:bodyPr/>
        <a:lstStyle/>
        <a:p>
          <a:endParaRPr lang="en-US"/>
        </a:p>
      </dgm:t>
    </dgm:pt>
    <dgm:pt modelId="{D6F369D1-E8C7-4380-B127-1ED78529098B}" type="sibTrans" cxnId="{A66E9104-9C68-427F-9CDF-732131C01007}">
      <dgm:prSet/>
      <dgm:spPr/>
      <dgm:t>
        <a:bodyPr/>
        <a:lstStyle/>
        <a:p>
          <a:endParaRPr lang="en-US"/>
        </a:p>
      </dgm:t>
    </dgm:pt>
    <dgm:pt modelId="{589ECB45-F5A3-444D-A99A-47E867158FE6}">
      <dgm:prSet phldrT="[Text]" custT="1"/>
      <dgm:spPr/>
      <dgm:t>
        <a:bodyPr/>
        <a:lstStyle/>
        <a:p>
          <a:r>
            <a:rPr lang="en-US" sz="2400" b="1" dirty="0"/>
            <a:t>Engagement</a:t>
          </a:r>
          <a:r>
            <a:rPr lang="en-US" sz="2500" b="1" dirty="0"/>
            <a:t> with People Like Me (Peers)</a:t>
          </a:r>
        </a:p>
      </dgm:t>
    </dgm:pt>
    <dgm:pt modelId="{11C4102F-D0E3-4851-8B71-52932BD4B259}" type="parTrans" cxnId="{6E8C15F8-57DC-4FB8-B0FB-27682C4841B9}">
      <dgm:prSet/>
      <dgm:spPr/>
      <dgm:t>
        <a:bodyPr/>
        <a:lstStyle/>
        <a:p>
          <a:endParaRPr lang="en-US"/>
        </a:p>
      </dgm:t>
    </dgm:pt>
    <dgm:pt modelId="{72492DC0-C141-4193-B4E7-626985CCB13A}" type="sibTrans" cxnId="{6E8C15F8-57DC-4FB8-B0FB-27682C4841B9}">
      <dgm:prSet/>
      <dgm:spPr/>
      <dgm:t>
        <a:bodyPr/>
        <a:lstStyle/>
        <a:p>
          <a:endParaRPr lang="en-US"/>
        </a:p>
      </dgm:t>
    </dgm:pt>
    <dgm:pt modelId="{1F746E29-B030-40C1-85E0-3EB1A6D28AB9}" type="pres">
      <dgm:prSet presAssocID="{A2D30446-BB7B-4DE1-92F1-74BF7B0A5FE9}" presName="compositeShape" presStyleCnt="0">
        <dgm:presLayoutVars>
          <dgm:chMax val="9"/>
          <dgm:dir/>
          <dgm:resizeHandles val="exact"/>
        </dgm:presLayoutVars>
      </dgm:prSet>
      <dgm:spPr/>
    </dgm:pt>
    <dgm:pt modelId="{98D7BC08-820A-48C8-A4F4-954315DC30D1}" type="pres">
      <dgm:prSet presAssocID="{A2D30446-BB7B-4DE1-92F1-74BF7B0A5FE9}" presName="triangle1" presStyleLbl="node1" presStyleIdx="0" presStyleCnt="4">
        <dgm:presLayoutVars>
          <dgm:bulletEnabled val="1"/>
        </dgm:presLayoutVars>
      </dgm:prSet>
      <dgm:spPr/>
    </dgm:pt>
    <dgm:pt modelId="{5B795572-189A-438A-A971-C7D627CA4868}" type="pres">
      <dgm:prSet presAssocID="{A2D30446-BB7B-4DE1-92F1-74BF7B0A5FE9}" presName="triangle2" presStyleLbl="node1" presStyleIdx="1" presStyleCnt="4">
        <dgm:presLayoutVars>
          <dgm:bulletEnabled val="1"/>
        </dgm:presLayoutVars>
      </dgm:prSet>
      <dgm:spPr/>
    </dgm:pt>
    <dgm:pt modelId="{0E02EA46-EF01-4443-A51E-948A5AC3A2C2}" type="pres">
      <dgm:prSet presAssocID="{A2D30446-BB7B-4DE1-92F1-74BF7B0A5FE9}" presName="triangle3" presStyleLbl="node1" presStyleIdx="2" presStyleCnt="4">
        <dgm:presLayoutVars>
          <dgm:bulletEnabled val="1"/>
        </dgm:presLayoutVars>
      </dgm:prSet>
      <dgm:spPr/>
    </dgm:pt>
    <dgm:pt modelId="{64874670-B337-4CD1-ABE0-B088F37994E1}" type="pres">
      <dgm:prSet presAssocID="{A2D30446-BB7B-4DE1-92F1-74BF7B0A5FE9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A66E9104-9C68-427F-9CDF-732131C01007}" srcId="{A2D30446-BB7B-4DE1-92F1-74BF7B0A5FE9}" destId="{A54E166D-58AB-43CE-9024-97E299E7AF00}" srcOrd="2" destOrd="0" parTransId="{4978F31A-76C2-4990-9231-0A53E328E0E7}" sibTransId="{D6F369D1-E8C7-4380-B127-1ED78529098B}"/>
    <dgm:cxn modelId="{72A6E317-7282-4B86-B5EA-BF291DAE95EE}" type="presOf" srcId="{A54E166D-58AB-43CE-9024-97E299E7AF00}" destId="{0E02EA46-EF01-4443-A51E-948A5AC3A2C2}" srcOrd="0" destOrd="0" presId="urn:microsoft.com/office/officeart/2005/8/layout/pyramid4"/>
    <dgm:cxn modelId="{8D2CE824-4A72-48D6-B4E3-3C36DEC60C84}" srcId="{A2D30446-BB7B-4DE1-92F1-74BF7B0A5FE9}" destId="{CB6FCB2A-1934-4CB8-A790-ABFB90C5A6CC}" srcOrd="1" destOrd="0" parTransId="{37C5C80C-6B9D-4500-BD1E-2210287CD81E}" sibTransId="{4B741264-540B-427E-BC49-44FC0B1C195F}"/>
    <dgm:cxn modelId="{DDB9B868-8E87-481B-B54E-33B5FF17411D}" type="presOf" srcId="{589ECB45-F5A3-444D-A99A-47E867158FE6}" destId="{64874670-B337-4CD1-ABE0-B088F37994E1}" srcOrd="0" destOrd="0" presId="urn:microsoft.com/office/officeart/2005/8/layout/pyramid4"/>
    <dgm:cxn modelId="{7FA1B26D-5C30-493A-9304-999BF12F0FCB}" type="presOf" srcId="{CB6FCB2A-1934-4CB8-A790-ABFB90C5A6CC}" destId="{5B795572-189A-438A-A971-C7D627CA4868}" srcOrd="0" destOrd="0" presId="urn:microsoft.com/office/officeart/2005/8/layout/pyramid4"/>
    <dgm:cxn modelId="{B9AF8AAF-FC15-499D-B65B-4C9357C21BEB}" type="presOf" srcId="{A2D30446-BB7B-4DE1-92F1-74BF7B0A5FE9}" destId="{1F746E29-B030-40C1-85E0-3EB1A6D28AB9}" srcOrd="0" destOrd="0" presId="urn:microsoft.com/office/officeart/2005/8/layout/pyramid4"/>
    <dgm:cxn modelId="{9AD76EB1-10AB-4F7F-BFCE-E10670936528}" srcId="{A2D30446-BB7B-4DE1-92F1-74BF7B0A5FE9}" destId="{6E01F189-0926-400A-92CB-52E7DF68EE89}" srcOrd="0" destOrd="0" parTransId="{E8BC8FBC-35EA-436B-99D8-4C91CFB69150}" sibTransId="{75D06391-5105-4698-B84A-B37730671223}"/>
    <dgm:cxn modelId="{E7C809DF-8EFC-406A-8C24-951F6B853097}" type="presOf" srcId="{6E01F189-0926-400A-92CB-52E7DF68EE89}" destId="{98D7BC08-820A-48C8-A4F4-954315DC30D1}" srcOrd="0" destOrd="0" presId="urn:microsoft.com/office/officeart/2005/8/layout/pyramid4"/>
    <dgm:cxn modelId="{6E8C15F8-57DC-4FB8-B0FB-27682C4841B9}" srcId="{A2D30446-BB7B-4DE1-92F1-74BF7B0A5FE9}" destId="{589ECB45-F5A3-444D-A99A-47E867158FE6}" srcOrd="3" destOrd="0" parTransId="{11C4102F-D0E3-4851-8B71-52932BD4B259}" sibTransId="{72492DC0-C141-4193-B4E7-626985CCB13A}"/>
    <dgm:cxn modelId="{C847F84C-8811-4AAB-BB2F-5D0F4C10EA2E}" type="presParOf" srcId="{1F746E29-B030-40C1-85E0-3EB1A6D28AB9}" destId="{98D7BC08-820A-48C8-A4F4-954315DC30D1}" srcOrd="0" destOrd="0" presId="urn:microsoft.com/office/officeart/2005/8/layout/pyramid4"/>
    <dgm:cxn modelId="{81C50CB9-A1B2-424C-B4CC-9C5E91ED0CE4}" type="presParOf" srcId="{1F746E29-B030-40C1-85E0-3EB1A6D28AB9}" destId="{5B795572-189A-438A-A971-C7D627CA4868}" srcOrd="1" destOrd="0" presId="urn:microsoft.com/office/officeart/2005/8/layout/pyramid4"/>
    <dgm:cxn modelId="{FA4EB186-E26E-4B52-85B6-917A440AD9F4}" type="presParOf" srcId="{1F746E29-B030-40C1-85E0-3EB1A6D28AB9}" destId="{0E02EA46-EF01-4443-A51E-948A5AC3A2C2}" srcOrd="2" destOrd="0" presId="urn:microsoft.com/office/officeart/2005/8/layout/pyramid4"/>
    <dgm:cxn modelId="{A87706E3-BB6D-4AAA-A0E8-556C66964A28}" type="presParOf" srcId="{1F746E29-B030-40C1-85E0-3EB1A6D28AB9}" destId="{64874670-B337-4CD1-ABE0-B088F37994E1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37267C7-3AB3-4C7A-80A3-189F4E6F3E97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E009B48-BC6F-4549-9F24-9DFB87BCA47A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S2S looks forward, not backward.</a:t>
          </a:r>
        </a:p>
      </dgm:t>
    </dgm:pt>
    <dgm:pt modelId="{0CAFB249-28E2-4A1B-A785-31B2414489A9}" type="parTrans" cxnId="{87DD0C28-D376-407E-AA89-BFA3939460F5}">
      <dgm:prSet/>
      <dgm:spPr/>
      <dgm:t>
        <a:bodyPr/>
        <a:lstStyle/>
        <a:p>
          <a:endParaRPr lang="en-US"/>
        </a:p>
      </dgm:t>
    </dgm:pt>
    <dgm:pt modelId="{E4095406-B0C3-4761-8441-4C2DF54CFACF}" type="sibTrans" cxnId="{87DD0C28-D376-407E-AA89-BFA3939460F5}">
      <dgm:prSet/>
      <dgm:spPr/>
      <dgm:t>
        <a:bodyPr/>
        <a:lstStyle/>
        <a:p>
          <a:endParaRPr lang="en-US"/>
        </a:p>
      </dgm:t>
    </dgm:pt>
    <dgm:pt modelId="{7659A42A-FA7A-4AEB-A0B4-A1BA00570130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S2S promotes action B4Stage4. </a:t>
          </a:r>
        </a:p>
      </dgm:t>
    </dgm:pt>
    <dgm:pt modelId="{032A33F1-DF42-46AD-A2C4-1FF8670DD331}" type="parTrans" cxnId="{D9D45191-E7E5-4B78-BE9C-F7261840D345}">
      <dgm:prSet/>
      <dgm:spPr/>
      <dgm:t>
        <a:bodyPr/>
        <a:lstStyle/>
        <a:p>
          <a:endParaRPr lang="en-US"/>
        </a:p>
      </dgm:t>
    </dgm:pt>
    <dgm:pt modelId="{976629F1-4F05-4B94-BC96-946FE9FD9BB4}" type="sibTrans" cxnId="{D9D45191-E7E5-4B78-BE9C-F7261840D345}">
      <dgm:prSet/>
      <dgm:spPr/>
      <dgm:t>
        <a:bodyPr/>
        <a:lstStyle/>
        <a:p>
          <a:endParaRPr lang="en-US"/>
        </a:p>
      </dgm:t>
    </dgm:pt>
    <dgm:pt modelId="{90E17B43-8664-48AF-9E14-FB09DFD56E28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S2S is customer-friendly.</a:t>
          </a:r>
        </a:p>
      </dgm:t>
    </dgm:pt>
    <dgm:pt modelId="{4D807145-7FBD-4770-9B89-1BB78E21C71F}" type="parTrans" cxnId="{9271F6B2-D743-4BA8-B442-52095FE5EAF8}">
      <dgm:prSet/>
      <dgm:spPr/>
      <dgm:t>
        <a:bodyPr/>
        <a:lstStyle/>
        <a:p>
          <a:endParaRPr lang="en-US"/>
        </a:p>
      </dgm:t>
    </dgm:pt>
    <dgm:pt modelId="{A3890EF7-697A-45E0-BDD5-331B549D4AD4}" type="sibTrans" cxnId="{9271F6B2-D743-4BA8-B442-52095FE5EAF8}">
      <dgm:prSet/>
      <dgm:spPr/>
      <dgm:t>
        <a:bodyPr/>
        <a:lstStyle/>
        <a:p>
          <a:endParaRPr lang="en-US"/>
        </a:p>
      </dgm:t>
    </dgm:pt>
    <dgm:pt modelId="{8FD262E9-FD1C-4CAA-9341-0B28A091AA20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S2S anticipates your future needs.</a:t>
          </a:r>
        </a:p>
      </dgm:t>
    </dgm:pt>
    <dgm:pt modelId="{46674428-4E03-471E-AA3C-6F8B7432D4F4}" type="parTrans" cxnId="{DF01C213-B65E-4A3C-B664-7E1FA7592B0C}">
      <dgm:prSet/>
      <dgm:spPr/>
      <dgm:t>
        <a:bodyPr/>
        <a:lstStyle/>
        <a:p>
          <a:endParaRPr lang="en-US"/>
        </a:p>
      </dgm:t>
    </dgm:pt>
    <dgm:pt modelId="{C2810B98-2413-4A5F-B054-FDE47F555D9F}" type="sibTrans" cxnId="{DF01C213-B65E-4A3C-B664-7E1FA7592B0C}">
      <dgm:prSet/>
      <dgm:spPr/>
      <dgm:t>
        <a:bodyPr/>
        <a:lstStyle/>
        <a:p>
          <a:endParaRPr lang="en-US"/>
        </a:p>
      </dgm:t>
    </dgm:pt>
    <dgm:pt modelId="{2B4DF10A-44FC-40DE-9F9D-83B9A7B781F0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S2S connects help-seeking people to services earlier than ever before.</a:t>
          </a:r>
        </a:p>
      </dgm:t>
    </dgm:pt>
    <dgm:pt modelId="{1CECAF4E-5429-4B55-9D40-118420E7AF9A}" type="parTrans" cxnId="{9DE5C110-BC2E-426A-B45C-5025446E98FD}">
      <dgm:prSet/>
      <dgm:spPr/>
      <dgm:t>
        <a:bodyPr/>
        <a:lstStyle/>
        <a:p>
          <a:endParaRPr lang="en-US"/>
        </a:p>
      </dgm:t>
    </dgm:pt>
    <dgm:pt modelId="{B4B72780-F6DA-45D7-B938-95C7ABBFC811}" type="sibTrans" cxnId="{9DE5C110-BC2E-426A-B45C-5025446E98FD}">
      <dgm:prSet/>
      <dgm:spPr/>
      <dgm:t>
        <a:bodyPr/>
        <a:lstStyle/>
        <a:p>
          <a:endParaRPr lang="en-US"/>
        </a:p>
      </dgm:t>
    </dgm:pt>
    <dgm:pt modelId="{6C00BB97-24F8-4F48-B52F-9D1614CD1FED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No cost for screening or customized result.</a:t>
          </a:r>
        </a:p>
      </dgm:t>
    </dgm:pt>
    <dgm:pt modelId="{A2D3F958-F03F-4877-B27E-50FD33516A2A}" type="parTrans" cxnId="{A0EE1CC9-C7D1-48C2-859B-CBBE5F0556FB}">
      <dgm:prSet/>
      <dgm:spPr/>
      <dgm:t>
        <a:bodyPr/>
        <a:lstStyle/>
        <a:p>
          <a:endParaRPr lang="en-US"/>
        </a:p>
      </dgm:t>
    </dgm:pt>
    <dgm:pt modelId="{9F432274-D3CF-4A9A-A3BF-D4C7BC581742}" type="sibTrans" cxnId="{A0EE1CC9-C7D1-48C2-859B-CBBE5F0556FB}">
      <dgm:prSet/>
      <dgm:spPr/>
      <dgm:t>
        <a:bodyPr/>
        <a:lstStyle/>
        <a:p>
          <a:endParaRPr lang="en-US"/>
        </a:p>
      </dgm:t>
    </dgm:pt>
    <dgm:pt modelId="{B9F2C7EC-B364-44F0-AAA7-E78FBD76DA45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Consumer ratings used to judge value of content.</a:t>
          </a:r>
        </a:p>
      </dgm:t>
    </dgm:pt>
    <dgm:pt modelId="{99B99D48-543F-4931-8986-AF87772C4B03}" type="parTrans" cxnId="{B51DBA5F-70B6-47EC-B78A-2B95E16C3EB5}">
      <dgm:prSet/>
      <dgm:spPr/>
      <dgm:t>
        <a:bodyPr/>
        <a:lstStyle/>
        <a:p>
          <a:endParaRPr lang="en-US"/>
        </a:p>
      </dgm:t>
    </dgm:pt>
    <dgm:pt modelId="{31FA3BC2-A17C-4CB8-9BA4-8898DD0499AE}" type="sibTrans" cxnId="{B51DBA5F-70B6-47EC-B78A-2B95E16C3EB5}">
      <dgm:prSet/>
      <dgm:spPr/>
      <dgm:t>
        <a:bodyPr/>
        <a:lstStyle/>
        <a:p>
          <a:endParaRPr lang="en-US"/>
        </a:p>
      </dgm:t>
    </dgm:pt>
    <dgm:pt modelId="{EA179F82-7C07-4FB5-8E2B-FB9F172C83DD}">
      <dgm:prSet/>
      <dgm:spPr/>
      <dgm:t>
        <a:bodyPr/>
        <a:lstStyle/>
        <a:p>
          <a:r>
            <a:rPr lang="en-US" b="1" dirty="0">
              <a:latin typeface="Corbel" panose="020B0503020204020204" pitchFamily="34" charset="0"/>
            </a:rPr>
            <a:t>S2S delivers content you want.</a:t>
          </a:r>
        </a:p>
      </dgm:t>
    </dgm:pt>
    <dgm:pt modelId="{93B1EF91-5DE3-4E90-89E1-22DEC71D37D9}" type="parTrans" cxnId="{1FFA29E1-8A5D-417F-866C-36F90743581D}">
      <dgm:prSet/>
      <dgm:spPr/>
      <dgm:t>
        <a:bodyPr/>
        <a:lstStyle/>
        <a:p>
          <a:endParaRPr lang="en-US"/>
        </a:p>
      </dgm:t>
    </dgm:pt>
    <dgm:pt modelId="{BC4089A1-12CD-4CF3-BC67-9701B3B7BF4F}" type="sibTrans" cxnId="{1FFA29E1-8A5D-417F-866C-36F90743581D}">
      <dgm:prSet/>
      <dgm:spPr/>
      <dgm:t>
        <a:bodyPr/>
        <a:lstStyle/>
        <a:p>
          <a:endParaRPr lang="en-US"/>
        </a:p>
      </dgm:t>
    </dgm:pt>
    <dgm:pt modelId="{4C940B3B-5E67-41CA-83ED-BDD30FB041FD}">
      <dgm:prSet/>
      <dgm:spPr/>
      <dgm:t>
        <a:bodyPr/>
        <a:lstStyle/>
        <a:p>
          <a:endParaRPr lang="en-US" b="1" dirty="0">
            <a:latin typeface="Corbel" panose="020B0503020204020204" pitchFamily="34" charset="0"/>
          </a:endParaRPr>
        </a:p>
      </dgm:t>
    </dgm:pt>
    <dgm:pt modelId="{5A164BB1-2CA6-4668-B317-2FDFCFD730AD}" type="parTrans" cxnId="{0963DAB2-4FC0-4B2C-91F2-C854C417517B}">
      <dgm:prSet/>
      <dgm:spPr/>
      <dgm:t>
        <a:bodyPr/>
        <a:lstStyle/>
        <a:p>
          <a:endParaRPr lang="en-US"/>
        </a:p>
      </dgm:t>
    </dgm:pt>
    <dgm:pt modelId="{E0D7DBBB-65C3-4CDB-AD89-0A84C2CC591E}" type="sibTrans" cxnId="{0963DAB2-4FC0-4B2C-91F2-C854C417517B}">
      <dgm:prSet/>
      <dgm:spPr/>
      <dgm:t>
        <a:bodyPr/>
        <a:lstStyle/>
        <a:p>
          <a:endParaRPr lang="en-US"/>
        </a:p>
      </dgm:t>
    </dgm:pt>
    <dgm:pt modelId="{837DC1E8-6DE5-4D0C-8E62-56F1E7A24B9C}">
      <dgm:prSet/>
      <dgm:spPr/>
      <dgm:t>
        <a:bodyPr/>
        <a:lstStyle/>
        <a:p>
          <a:endParaRPr lang="en-US" b="1" dirty="0">
            <a:latin typeface="Corbel" panose="020B0503020204020204" pitchFamily="34" charset="0"/>
          </a:endParaRPr>
        </a:p>
      </dgm:t>
    </dgm:pt>
    <dgm:pt modelId="{57C1D2EF-5136-42DB-BE53-D2615FB48145}" type="parTrans" cxnId="{855D8DCC-3CDB-444C-8857-86A2F14FB187}">
      <dgm:prSet/>
      <dgm:spPr/>
      <dgm:t>
        <a:bodyPr/>
        <a:lstStyle/>
        <a:p>
          <a:endParaRPr lang="en-US"/>
        </a:p>
      </dgm:t>
    </dgm:pt>
    <dgm:pt modelId="{8822AC2E-CF6A-4B80-9BC5-19803604B9B8}" type="sibTrans" cxnId="{855D8DCC-3CDB-444C-8857-86A2F14FB187}">
      <dgm:prSet/>
      <dgm:spPr/>
      <dgm:t>
        <a:bodyPr/>
        <a:lstStyle/>
        <a:p>
          <a:endParaRPr lang="en-US"/>
        </a:p>
      </dgm:t>
    </dgm:pt>
    <dgm:pt modelId="{7C230216-8946-4889-96ED-8BC32CEC02C0}" type="pres">
      <dgm:prSet presAssocID="{A37267C7-3AB3-4C7A-80A3-189F4E6F3E97}" presName="Name0" presStyleCnt="0">
        <dgm:presLayoutVars>
          <dgm:dir/>
          <dgm:animLvl val="lvl"/>
          <dgm:resizeHandles val="exact"/>
        </dgm:presLayoutVars>
      </dgm:prSet>
      <dgm:spPr/>
    </dgm:pt>
    <dgm:pt modelId="{EA9C4D12-A60A-42CF-AD5C-58AC519E1609}" type="pres">
      <dgm:prSet presAssocID="{EE009B48-BC6F-4549-9F24-9DFB87BCA47A}" presName="composite" presStyleCnt="0"/>
      <dgm:spPr/>
    </dgm:pt>
    <dgm:pt modelId="{7DDFF2F0-D160-4EF2-A197-061A0647BB23}" type="pres">
      <dgm:prSet presAssocID="{EE009B48-BC6F-4549-9F24-9DFB87BCA47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DD11681-5483-4286-90A0-A6C464C97912}" type="pres">
      <dgm:prSet presAssocID="{EE009B48-BC6F-4549-9F24-9DFB87BCA47A}" presName="desTx" presStyleLbl="alignAccFollowNode1" presStyleIdx="0" presStyleCnt="3">
        <dgm:presLayoutVars>
          <dgm:bulletEnabled val="1"/>
        </dgm:presLayoutVars>
      </dgm:prSet>
      <dgm:spPr/>
    </dgm:pt>
    <dgm:pt modelId="{302D6707-6657-4DC7-8783-DDD451208E71}" type="pres">
      <dgm:prSet presAssocID="{E4095406-B0C3-4761-8441-4C2DF54CFACF}" presName="space" presStyleCnt="0"/>
      <dgm:spPr/>
    </dgm:pt>
    <dgm:pt modelId="{7FBBD867-AA9D-43C8-98AD-B77127232E89}" type="pres">
      <dgm:prSet presAssocID="{7659A42A-FA7A-4AEB-A0B4-A1BA00570130}" presName="composite" presStyleCnt="0"/>
      <dgm:spPr/>
    </dgm:pt>
    <dgm:pt modelId="{CE1AD83D-52A9-4446-836B-0B657E2A9229}" type="pres">
      <dgm:prSet presAssocID="{7659A42A-FA7A-4AEB-A0B4-A1BA0057013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656CE77-BB2A-4233-8800-5C2C6ED3FEE2}" type="pres">
      <dgm:prSet presAssocID="{7659A42A-FA7A-4AEB-A0B4-A1BA00570130}" presName="desTx" presStyleLbl="alignAccFollowNode1" presStyleIdx="1" presStyleCnt="3">
        <dgm:presLayoutVars>
          <dgm:bulletEnabled val="1"/>
        </dgm:presLayoutVars>
      </dgm:prSet>
      <dgm:spPr/>
    </dgm:pt>
    <dgm:pt modelId="{A94F3BB5-1CE4-42EC-AC8D-75B770538593}" type="pres">
      <dgm:prSet presAssocID="{976629F1-4F05-4B94-BC96-946FE9FD9BB4}" presName="space" presStyleCnt="0"/>
      <dgm:spPr/>
    </dgm:pt>
    <dgm:pt modelId="{B8C6233D-49FD-4B96-A769-9DA98142F34F}" type="pres">
      <dgm:prSet presAssocID="{90E17B43-8664-48AF-9E14-FB09DFD56E28}" presName="composite" presStyleCnt="0"/>
      <dgm:spPr/>
    </dgm:pt>
    <dgm:pt modelId="{7EF30554-A40B-4EB5-BB33-FEDC95AEBF81}" type="pres">
      <dgm:prSet presAssocID="{90E17B43-8664-48AF-9E14-FB09DFD56E2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AEB4F4C-7739-45F7-ACB3-7683F3A9B877}" type="pres">
      <dgm:prSet presAssocID="{90E17B43-8664-48AF-9E14-FB09DFD56E2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F42C05-67F3-4F8D-8860-63B42E172AC5}" type="presOf" srcId="{EE009B48-BC6F-4549-9F24-9DFB87BCA47A}" destId="{7DDFF2F0-D160-4EF2-A197-061A0647BB23}" srcOrd="0" destOrd="0" presId="urn:microsoft.com/office/officeart/2005/8/layout/hList1"/>
    <dgm:cxn modelId="{9DE5C110-BC2E-426A-B45C-5025446E98FD}" srcId="{7659A42A-FA7A-4AEB-A0B4-A1BA00570130}" destId="{2B4DF10A-44FC-40DE-9F9D-83B9A7B781F0}" srcOrd="0" destOrd="0" parTransId="{1CECAF4E-5429-4B55-9D40-118420E7AF9A}" sibTransId="{B4B72780-F6DA-45D7-B938-95C7ABBFC811}"/>
    <dgm:cxn modelId="{DF01C213-B65E-4A3C-B664-7E1FA7592B0C}" srcId="{EE009B48-BC6F-4549-9F24-9DFB87BCA47A}" destId="{8FD262E9-FD1C-4CAA-9341-0B28A091AA20}" srcOrd="0" destOrd="0" parTransId="{46674428-4E03-471E-AA3C-6F8B7432D4F4}" sibTransId="{C2810B98-2413-4A5F-B054-FDE47F555D9F}"/>
    <dgm:cxn modelId="{87DD0C28-D376-407E-AA89-BFA3939460F5}" srcId="{A37267C7-3AB3-4C7A-80A3-189F4E6F3E97}" destId="{EE009B48-BC6F-4549-9F24-9DFB87BCA47A}" srcOrd="0" destOrd="0" parTransId="{0CAFB249-28E2-4A1B-A785-31B2414489A9}" sibTransId="{E4095406-B0C3-4761-8441-4C2DF54CFACF}"/>
    <dgm:cxn modelId="{B51DBA5F-70B6-47EC-B78A-2B95E16C3EB5}" srcId="{90E17B43-8664-48AF-9E14-FB09DFD56E28}" destId="{B9F2C7EC-B364-44F0-AAA7-E78FBD76DA45}" srcOrd="2" destOrd="0" parTransId="{99B99D48-543F-4931-8986-AF87772C4B03}" sibTransId="{31FA3BC2-A17C-4CB8-9BA4-8898DD0499AE}"/>
    <dgm:cxn modelId="{71AB3F6A-9228-4742-9806-CAF191979B99}" type="presOf" srcId="{7659A42A-FA7A-4AEB-A0B4-A1BA00570130}" destId="{CE1AD83D-52A9-4446-836B-0B657E2A9229}" srcOrd="0" destOrd="0" presId="urn:microsoft.com/office/officeart/2005/8/layout/hList1"/>
    <dgm:cxn modelId="{2180A66D-1791-4414-B953-D0CF33419965}" type="presOf" srcId="{6C00BB97-24F8-4F48-B52F-9D1614CD1FED}" destId="{0AEB4F4C-7739-45F7-ACB3-7683F3A9B877}" srcOrd="0" destOrd="0" presId="urn:microsoft.com/office/officeart/2005/8/layout/hList1"/>
    <dgm:cxn modelId="{D3E5EF77-0711-4E13-A435-AF8C5AD4F8E5}" type="presOf" srcId="{2B4DF10A-44FC-40DE-9F9D-83B9A7B781F0}" destId="{3656CE77-BB2A-4233-8800-5C2C6ED3FEE2}" srcOrd="0" destOrd="0" presId="urn:microsoft.com/office/officeart/2005/8/layout/hList1"/>
    <dgm:cxn modelId="{F1DE007D-0B93-4EFD-AE92-46805F0DD8C4}" type="presOf" srcId="{837DC1E8-6DE5-4D0C-8E62-56F1E7A24B9C}" destId="{0AEB4F4C-7739-45F7-ACB3-7683F3A9B877}" srcOrd="0" destOrd="1" presId="urn:microsoft.com/office/officeart/2005/8/layout/hList1"/>
    <dgm:cxn modelId="{88C8878D-B287-497B-8427-E178024FF7CD}" type="presOf" srcId="{90E17B43-8664-48AF-9E14-FB09DFD56E28}" destId="{7EF30554-A40B-4EB5-BB33-FEDC95AEBF81}" srcOrd="0" destOrd="0" presId="urn:microsoft.com/office/officeart/2005/8/layout/hList1"/>
    <dgm:cxn modelId="{D9D45191-E7E5-4B78-BE9C-F7261840D345}" srcId="{A37267C7-3AB3-4C7A-80A3-189F4E6F3E97}" destId="{7659A42A-FA7A-4AEB-A0B4-A1BA00570130}" srcOrd="1" destOrd="0" parTransId="{032A33F1-DF42-46AD-A2C4-1FF8670DD331}" sibTransId="{976629F1-4F05-4B94-BC96-946FE9FD9BB4}"/>
    <dgm:cxn modelId="{572CDD97-A84A-4B37-A47F-EDED467D9C2C}" type="presOf" srcId="{8FD262E9-FD1C-4CAA-9341-0B28A091AA20}" destId="{8DD11681-5483-4286-90A0-A6C464C97912}" srcOrd="0" destOrd="0" presId="urn:microsoft.com/office/officeart/2005/8/layout/hList1"/>
    <dgm:cxn modelId="{5A9AB7A8-8376-481B-AB63-FADA5550689D}" type="presOf" srcId="{A37267C7-3AB3-4C7A-80A3-189F4E6F3E97}" destId="{7C230216-8946-4889-96ED-8BC32CEC02C0}" srcOrd="0" destOrd="0" presId="urn:microsoft.com/office/officeart/2005/8/layout/hList1"/>
    <dgm:cxn modelId="{188311AB-8BF7-49F0-97B3-376C77E1FF01}" type="presOf" srcId="{4C940B3B-5E67-41CA-83ED-BDD30FB041FD}" destId="{8DD11681-5483-4286-90A0-A6C464C97912}" srcOrd="0" destOrd="1" presId="urn:microsoft.com/office/officeart/2005/8/layout/hList1"/>
    <dgm:cxn modelId="{435433B0-9B1A-4B85-92B5-969A34B2B288}" type="presOf" srcId="{B9F2C7EC-B364-44F0-AAA7-E78FBD76DA45}" destId="{0AEB4F4C-7739-45F7-ACB3-7683F3A9B877}" srcOrd="0" destOrd="2" presId="urn:microsoft.com/office/officeart/2005/8/layout/hList1"/>
    <dgm:cxn modelId="{0963DAB2-4FC0-4B2C-91F2-C854C417517B}" srcId="{EE009B48-BC6F-4549-9F24-9DFB87BCA47A}" destId="{4C940B3B-5E67-41CA-83ED-BDD30FB041FD}" srcOrd="1" destOrd="0" parTransId="{5A164BB1-2CA6-4668-B317-2FDFCFD730AD}" sibTransId="{E0D7DBBB-65C3-4CDB-AD89-0A84C2CC591E}"/>
    <dgm:cxn modelId="{9271F6B2-D743-4BA8-B442-52095FE5EAF8}" srcId="{A37267C7-3AB3-4C7A-80A3-189F4E6F3E97}" destId="{90E17B43-8664-48AF-9E14-FB09DFD56E28}" srcOrd="2" destOrd="0" parTransId="{4D807145-7FBD-4770-9B89-1BB78E21C71F}" sibTransId="{A3890EF7-697A-45E0-BDD5-331B549D4AD4}"/>
    <dgm:cxn modelId="{A0EE1CC9-C7D1-48C2-859B-CBBE5F0556FB}" srcId="{90E17B43-8664-48AF-9E14-FB09DFD56E28}" destId="{6C00BB97-24F8-4F48-B52F-9D1614CD1FED}" srcOrd="0" destOrd="0" parTransId="{A2D3F958-F03F-4877-B27E-50FD33516A2A}" sibTransId="{9F432274-D3CF-4A9A-A3BF-D4C7BC581742}"/>
    <dgm:cxn modelId="{855D8DCC-3CDB-444C-8857-86A2F14FB187}" srcId="{90E17B43-8664-48AF-9E14-FB09DFD56E28}" destId="{837DC1E8-6DE5-4D0C-8E62-56F1E7A24B9C}" srcOrd="1" destOrd="0" parTransId="{57C1D2EF-5136-42DB-BE53-D2615FB48145}" sibTransId="{8822AC2E-CF6A-4B80-9BC5-19803604B9B8}"/>
    <dgm:cxn modelId="{6BCF56D5-4316-4F0F-B358-7CDB4078ABEA}" type="presOf" srcId="{EA179F82-7C07-4FB5-8E2B-FB9F172C83DD}" destId="{8DD11681-5483-4286-90A0-A6C464C97912}" srcOrd="0" destOrd="2" presId="urn:microsoft.com/office/officeart/2005/8/layout/hList1"/>
    <dgm:cxn modelId="{1FFA29E1-8A5D-417F-866C-36F90743581D}" srcId="{EE009B48-BC6F-4549-9F24-9DFB87BCA47A}" destId="{EA179F82-7C07-4FB5-8E2B-FB9F172C83DD}" srcOrd="2" destOrd="0" parTransId="{93B1EF91-5DE3-4E90-89E1-22DEC71D37D9}" sibTransId="{BC4089A1-12CD-4CF3-BC67-9701B3B7BF4F}"/>
    <dgm:cxn modelId="{F3CD7F1C-2B8C-4440-8D3B-EA0A26A50507}" type="presParOf" srcId="{7C230216-8946-4889-96ED-8BC32CEC02C0}" destId="{EA9C4D12-A60A-42CF-AD5C-58AC519E1609}" srcOrd="0" destOrd="0" presId="urn:microsoft.com/office/officeart/2005/8/layout/hList1"/>
    <dgm:cxn modelId="{CE0E4AE6-F49F-4757-B18D-CC61D751BBDB}" type="presParOf" srcId="{EA9C4D12-A60A-42CF-AD5C-58AC519E1609}" destId="{7DDFF2F0-D160-4EF2-A197-061A0647BB23}" srcOrd="0" destOrd="0" presId="urn:microsoft.com/office/officeart/2005/8/layout/hList1"/>
    <dgm:cxn modelId="{489A2B1B-ADD6-4AA0-80D4-1EC52F6608F6}" type="presParOf" srcId="{EA9C4D12-A60A-42CF-AD5C-58AC519E1609}" destId="{8DD11681-5483-4286-90A0-A6C464C97912}" srcOrd="1" destOrd="0" presId="urn:microsoft.com/office/officeart/2005/8/layout/hList1"/>
    <dgm:cxn modelId="{422E381C-0A3D-4D23-A89D-BA8E27F9AB46}" type="presParOf" srcId="{7C230216-8946-4889-96ED-8BC32CEC02C0}" destId="{302D6707-6657-4DC7-8783-DDD451208E71}" srcOrd="1" destOrd="0" presId="urn:microsoft.com/office/officeart/2005/8/layout/hList1"/>
    <dgm:cxn modelId="{095148E1-4DE9-4D6E-939D-63BD8402C0C5}" type="presParOf" srcId="{7C230216-8946-4889-96ED-8BC32CEC02C0}" destId="{7FBBD867-AA9D-43C8-98AD-B77127232E89}" srcOrd="2" destOrd="0" presId="urn:microsoft.com/office/officeart/2005/8/layout/hList1"/>
    <dgm:cxn modelId="{7E446D8D-8F3D-4913-BE22-EF7BA5F27A2C}" type="presParOf" srcId="{7FBBD867-AA9D-43C8-98AD-B77127232E89}" destId="{CE1AD83D-52A9-4446-836B-0B657E2A9229}" srcOrd="0" destOrd="0" presId="urn:microsoft.com/office/officeart/2005/8/layout/hList1"/>
    <dgm:cxn modelId="{807B5280-ED20-4B62-ABA5-86495223A09A}" type="presParOf" srcId="{7FBBD867-AA9D-43C8-98AD-B77127232E89}" destId="{3656CE77-BB2A-4233-8800-5C2C6ED3FEE2}" srcOrd="1" destOrd="0" presId="urn:microsoft.com/office/officeart/2005/8/layout/hList1"/>
    <dgm:cxn modelId="{8B8F0FF9-972E-468B-8226-7E9B5F185783}" type="presParOf" srcId="{7C230216-8946-4889-96ED-8BC32CEC02C0}" destId="{A94F3BB5-1CE4-42EC-AC8D-75B770538593}" srcOrd="3" destOrd="0" presId="urn:microsoft.com/office/officeart/2005/8/layout/hList1"/>
    <dgm:cxn modelId="{E52B4592-F8CD-4693-9AEF-FBFBD1907319}" type="presParOf" srcId="{7C230216-8946-4889-96ED-8BC32CEC02C0}" destId="{B8C6233D-49FD-4B96-A769-9DA98142F34F}" srcOrd="4" destOrd="0" presId="urn:microsoft.com/office/officeart/2005/8/layout/hList1"/>
    <dgm:cxn modelId="{6AD49B2B-79CE-4F8D-B189-460C01DF9EB0}" type="presParOf" srcId="{B8C6233D-49FD-4B96-A769-9DA98142F34F}" destId="{7EF30554-A40B-4EB5-BB33-FEDC95AEBF81}" srcOrd="0" destOrd="0" presId="urn:microsoft.com/office/officeart/2005/8/layout/hList1"/>
    <dgm:cxn modelId="{64C3DA84-BF55-4735-B861-DD4A920BECF2}" type="presParOf" srcId="{B8C6233D-49FD-4B96-A769-9DA98142F34F}" destId="{0AEB4F4C-7739-45F7-ACB3-7683F3A9B87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A019360-A626-4575-B4D0-C3EF7F3131F6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054D6F-62FA-4A30-819E-D3A7CBB8C40E}">
      <dgm:prSet/>
      <dgm:spPr/>
      <dgm:t>
        <a:bodyPr/>
        <a:lstStyle/>
        <a:p>
          <a:r>
            <a:rPr lang="en-US" b="0" dirty="0"/>
            <a:t>Each domain populated with MHA resources and partner resources and services (“supports”)</a:t>
          </a:r>
          <a:endParaRPr lang="en-US" dirty="0"/>
        </a:p>
      </dgm:t>
    </dgm:pt>
    <dgm:pt modelId="{12F0D15A-AADA-4571-8F97-72A057BA983F}" type="parTrans" cxnId="{365057EB-5068-4AE4-818A-5426AD25AE16}">
      <dgm:prSet/>
      <dgm:spPr/>
      <dgm:t>
        <a:bodyPr/>
        <a:lstStyle/>
        <a:p>
          <a:endParaRPr lang="en-US"/>
        </a:p>
      </dgm:t>
    </dgm:pt>
    <dgm:pt modelId="{BDFE9354-2553-465A-8593-5842F415775B}" type="sibTrans" cxnId="{365057EB-5068-4AE4-818A-5426AD25AE16}">
      <dgm:prSet/>
      <dgm:spPr/>
      <dgm:t>
        <a:bodyPr/>
        <a:lstStyle/>
        <a:p>
          <a:endParaRPr lang="en-US"/>
        </a:p>
      </dgm:t>
    </dgm:pt>
    <dgm:pt modelId="{9B11BD8F-A4B0-4BA9-B7FE-4320F3C589D0}">
      <dgm:prSet/>
      <dgm:spPr/>
      <dgm:t>
        <a:bodyPr/>
        <a:lstStyle/>
        <a:p>
          <a:r>
            <a:rPr lang="en-US" b="0" dirty="0"/>
            <a:t>“Supports” criteria: </a:t>
          </a:r>
          <a:endParaRPr lang="en-US" dirty="0"/>
        </a:p>
      </dgm:t>
    </dgm:pt>
    <dgm:pt modelId="{948DC17A-D50C-4B19-9E28-8250BC150B5D}" type="parTrans" cxnId="{A86E6AD0-4F69-4F32-B99B-F0B00858B3B5}">
      <dgm:prSet/>
      <dgm:spPr/>
      <dgm:t>
        <a:bodyPr/>
        <a:lstStyle/>
        <a:p>
          <a:endParaRPr lang="en-US"/>
        </a:p>
      </dgm:t>
    </dgm:pt>
    <dgm:pt modelId="{C44AA480-F2EF-4D2D-B5F6-D5688F47B1A4}" type="sibTrans" cxnId="{A86E6AD0-4F69-4F32-B99B-F0B00858B3B5}">
      <dgm:prSet/>
      <dgm:spPr/>
      <dgm:t>
        <a:bodyPr/>
        <a:lstStyle/>
        <a:p>
          <a:endParaRPr lang="en-US"/>
        </a:p>
      </dgm:t>
    </dgm:pt>
    <dgm:pt modelId="{DCCFC4B4-1ABA-436F-BA32-6C48D1C3185E}">
      <dgm:prSet/>
      <dgm:spPr/>
      <dgm:t>
        <a:bodyPr/>
        <a:lstStyle/>
        <a:p>
          <a:r>
            <a:rPr lang="en-US" dirty="0"/>
            <a:t>expressed needs of the screening population</a:t>
          </a:r>
        </a:p>
      </dgm:t>
    </dgm:pt>
    <dgm:pt modelId="{17091819-6888-4858-AE93-FA9C0EBB4423}" type="parTrans" cxnId="{539DF43B-EAC4-4C7D-9324-BC6078779FF1}">
      <dgm:prSet/>
      <dgm:spPr/>
      <dgm:t>
        <a:bodyPr/>
        <a:lstStyle/>
        <a:p>
          <a:endParaRPr lang="en-US"/>
        </a:p>
      </dgm:t>
    </dgm:pt>
    <dgm:pt modelId="{509476D3-9D48-43C1-8576-A1F70254EDF6}" type="sibTrans" cxnId="{539DF43B-EAC4-4C7D-9324-BC6078779FF1}">
      <dgm:prSet/>
      <dgm:spPr/>
      <dgm:t>
        <a:bodyPr/>
        <a:lstStyle/>
        <a:p>
          <a:endParaRPr lang="en-US"/>
        </a:p>
      </dgm:t>
    </dgm:pt>
    <dgm:pt modelId="{4E538F89-52BC-44E2-ACD1-2744DE7440D8}">
      <dgm:prSet/>
      <dgm:spPr/>
      <dgm:t>
        <a:bodyPr/>
        <a:lstStyle/>
        <a:p>
          <a:r>
            <a:rPr lang="en-US" dirty="0"/>
            <a:t>evidence of effectiveness</a:t>
          </a:r>
        </a:p>
      </dgm:t>
    </dgm:pt>
    <dgm:pt modelId="{F2F1D6B5-6911-4BA9-B2AC-3EE57BB6ABB6}" type="parTrans" cxnId="{C54E8762-7988-4510-83F7-FA0008670417}">
      <dgm:prSet/>
      <dgm:spPr/>
      <dgm:t>
        <a:bodyPr/>
        <a:lstStyle/>
        <a:p>
          <a:endParaRPr lang="en-US"/>
        </a:p>
      </dgm:t>
    </dgm:pt>
    <dgm:pt modelId="{A7FD30D6-92EF-4A1C-A840-2088A5A9686B}" type="sibTrans" cxnId="{C54E8762-7988-4510-83F7-FA0008670417}">
      <dgm:prSet/>
      <dgm:spPr/>
      <dgm:t>
        <a:bodyPr/>
        <a:lstStyle/>
        <a:p>
          <a:endParaRPr lang="en-US"/>
        </a:p>
      </dgm:t>
    </dgm:pt>
    <dgm:pt modelId="{917DECED-A724-471D-8E30-4019FA915CE6}">
      <dgm:prSet/>
      <dgm:spPr/>
      <dgm:t>
        <a:bodyPr/>
        <a:lstStyle/>
        <a:p>
          <a:r>
            <a:rPr lang="en-US" dirty="0"/>
            <a:t>cost-benefit</a:t>
          </a:r>
        </a:p>
      </dgm:t>
    </dgm:pt>
    <dgm:pt modelId="{B92ACAC5-DC78-47C6-B352-A1152CCE1180}" type="parTrans" cxnId="{EC1A870F-6D16-4538-89E8-22DD33E3A615}">
      <dgm:prSet/>
      <dgm:spPr/>
      <dgm:t>
        <a:bodyPr/>
        <a:lstStyle/>
        <a:p>
          <a:endParaRPr lang="en-US"/>
        </a:p>
      </dgm:t>
    </dgm:pt>
    <dgm:pt modelId="{B9E326E6-D67A-4DE4-A463-4F61B2A4B719}" type="sibTrans" cxnId="{EC1A870F-6D16-4538-89E8-22DD33E3A615}">
      <dgm:prSet/>
      <dgm:spPr/>
      <dgm:t>
        <a:bodyPr/>
        <a:lstStyle/>
        <a:p>
          <a:endParaRPr lang="en-US"/>
        </a:p>
      </dgm:t>
    </dgm:pt>
    <dgm:pt modelId="{2D727AD5-1906-43EB-AB9D-B655BC67323F}">
      <dgm:prSet/>
      <dgm:spPr/>
      <dgm:t>
        <a:bodyPr/>
        <a:lstStyle/>
        <a:p>
          <a:r>
            <a:rPr lang="en-US" dirty="0"/>
            <a:t>interest in partnering with MHA</a:t>
          </a:r>
        </a:p>
      </dgm:t>
    </dgm:pt>
    <dgm:pt modelId="{044CA3F1-6F7F-4085-A051-A8EFCF7C7730}" type="parTrans" cxnId="{0C209739-2207-4760-9730-B3CA8FDB2F63}">
      <dgm:prSet/>
      <dgm:spPr/>
      <dgm:t>
        <a:bodyPr/>
        <a:lstStyle/>
        <a:p>
          <a:endParaRPr lang="en-US"/>
        </a:p>
      </dgm:t>
    </dgm:pt>
    <dgm:pt modelId="{A9350E5A-EBE5-45B9-90C4-FF79C2EB247C}" type="sibTrans" cxnId="{0C209739-2207-4760-9730-B3CA8FDB2F63}">
      <dgm:prSet/>
      <dgm:spPr/>
      <dgm:t>
        <a:bodyPr/>
        <a:lstStyle/>
        <a:p>
          <a:endParaRPr lang="en-US"/>
        </a:p>
      </dgm:t>
    </dgm:pt>
    <dgm:pt modelId="{5EB17C46-6DA2-4ACB-9C78-8A50CDCFCCDE}">
      <dgm:prSet/>
      <dgm:spPr/>
      <dgm:t>
        <a:bodyPr/>
        <a:lstStyle/>
        <a:p>
          <a:r>
            <a:rPr lang="en-US" b="0" dirty="0"/>
            <a:t>Supports will be rated by users, most useful/most popular will gain preference. </a:t>
          </a:r>
          <a:endParaRPr lang="en-US" dirty="0"/>
        </a:p>
      </dgm:t>
    </dgm:pt>
    <dgm:pt modelId="{F3D20830-4B54-4123-A65C-57B251A6F61F}" type="parTrans" cxnId="{7AE30170-A5EF-4495-82E7-1EE0FBAD5D5B}">
      <dgm:prSet/>
      <dgm:spPr/>
      <dgm:t>
        <a:bodyPr/>
        <a:lstStyle/>
        <a:p>
          <a:endParaRPr lang="en-US"/>
        </a:p>
      </dgm:t>
    </dgm:pt>
    <dgm:pt modelId="{F9112D54-39AF-4659-BD1F-DF33E28D63AB}" type="sibTrans" cxnId="{7AE30170-A5EF-4495-82E7-1EE0FBAD5D5B}">
      <dgm:prSet/>
      <dgm:spPr/>
      <dgm:t>
        <a:bodyPr/>
        <a:lstStyle/>
        <a:p>
          <a:endParaRPr lang="en-US"/>
        </a:p>
      </dgm:t>
    </dgm:pt>
    <dgm:pt modelId="{3CF9A196-434E-4B71-96E4-F7C908E6237F}" type="pres">
      <dgm:prSet presAssocID="{5A019360-A626-4575-B4D0-C3EF7F3131F6}" presName="CompostProcess" presStyleCnt="0">
        <dgm:presLayoutVars>
          <dgm:dir/>
          <dgm:resizeHandles val="exact"/>
        </dgm:presLayoutVars>
      </dgm:prSet>
      <dgm:spPr/>
    </dgm:pt>
    <dgm:pt modelId="{7ECEAF9F-A1BA-4FA9-9891-4F49B4E7066F}" type="pres">
      <dgm:prSet presAssocID="{5A019360-A626-4575-B4D0-C3EF7F3131F6}" presName="arrow" presStyleLbl="bgShp" presStyleIdx="0" presStyleCnt="1"/>
      <dgm:spPr/>
    </dgm:pt>
    <dgm:pt modelId="{CE3035B1-C7FD-4ABC-B204-D71C14369AB7}" type="pres">
      <dgm:prSet presAssocID="{5A019360-A626-4575-B4D0-C3EF7F3131F6}" presName="linearProcess" presStyleCnt="0"/>
      <dgm:spPr/>
    </dgm:pt>
    <dgm:pt modelId="{1E861AF7-D02D-4F0F-A7A8-A9693988835A}" type="pres">
      <dgm:prSet presAssocID="{B9054D6F-62FA-4A30-819E-D3A7CBB8C40E}" presName="textNode" presStyleLbl="node1" presStyleIdx="0" presStyleCnt="3">
        <dgm:presLayoutVars>
          <dgm:bulletEnabled val="1"/>
        </dgm:presLayoutVars>
      </dgm:prSet>
      <dgm:spPr/>
    </dgm:pt>
    <dgm:pt modelId="{049B70A9-24D5-49F8-B0CC-6F2431BE95C7}" type="pres">
      <dgm:prSet presAssocID="{BDFE9354-2553-465A-8593-5842F415775B}" presName="sibTrans" presStyleCnt="0"/>
      <dgm:spPr/>
    </dgm:pt>
    <dgm:pt modelId="{0535BD26-C4F7-48C0-B062-B4D22E7A2F1F}" type="pres">
      <dgm:prSet presAssocID="{9B11BD8F-A4B0-4BA9-B7FE-4320F3C589D0}" presName="textNode" presStyleLbl="node1" presStyleIdx="1" presStyleCnt="3">
        <dgm:presLayoutVars>
          <dgm:bulletEnabled val="1"/>
        </dgm:presLayoutVars>
      </dgm:prSet>
      <dgm:spPr/>
    </dgm:pt>
    <dgm:pt modelId="{9D29A2CB-0C6B-405D-802A-F1BB932F9A3B}" type="pres">
      <dgm:prSet presAssocID="{C44AA480-F2EF-4D2D-B5F6-D5688F47B1A4}" presName="sibTrans" presStyleCnt="0"/>
      <dgm:spPr/>
    </dgm:pt>
    <dgm:pt modelId="{B66E15DF-AA09-4C59-8346-637B25CBFE2F}" type="pres">
      <dgm:prSet presAssocID="{5EB17C46-6DA2-4ACB-9C78-8A50CDCFCCDE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EC1A870F-6D16-4538-89E8-22DD33E3A615}" srcId="{9B11BD8F-A4B0-4BA9-B7FE-4320F3C589D0}" destId="{917DECED-A724-471D-8E30-4019FA915CE6}" srcOrd="2" destOrd="0" parTransId="{B92ACAC5-DC78-47C6-B352-A1152CCE1180}" sibTransId="{B9E326E6-D67A-4DE4-A463-4F61B2A4B719}"/>
    <dgm:cxn modelId="{0C209739-2207-4760-9730-B3CA8FDB2F63}" srcId="{9B11BD8F-A4B0-4BA9-B7FE-4320F3C589D0}" destId="{2D727AD5-1906-43EB-AB9D-B655BC67323F}" srcOrd="3" destOrd="0" parTransId="{044CA3F1-6F7F-4085-A051-A8EFCF7C7730}" sibTransId="{A9350E5A-EBE5-45B9-90C4-FF79C2EB247C}"/>
    <dgm:cxn modelId="{539DF43B-EAC4-4C7D-9324-BC6078779FF1}" srcId="{9B11BD8F-A4B0-4BA9-B7FE-4320F3C589D0}" destId="{DCCFC4B4-1ABA-436F-BA32-6C48D1C3185E}" srcOrd="0" destOrd="0" parTransId="{17091819-6888-4858-AE93-FA9C0EBB4423}" sibTransId="{509476D3-9D48-43C1-8576-A1F70254EDF6}"/>
    <dgm:cxn modelId="{69DD405D-0DDF-4BB3-BEE1-B56759C0F7EF}" type="presOf" srcId="{B9054D6F-62FA-4A30-819E-D3A7CBB8C40E}" destId="{1E861AF7-D02D-4F0F-A7A8-A9693988835A}" srcOrd="0" destOrd="0" presId="urn:microsoft.com/office/officeart/2005/8/layout/hProcess9"/>
    <dgm:cxn modelId="{C54E8762-7988-4510-83F7-FA0008670417}" srcId="{9B11BD8F-A4B0-4BA9-B7FE-4320F3C589D0}" destId="{4E538F89-52BC-44E2-ACD1-2744DE7440D8}" srcOrd="1" destOrd="0" parTransId="{F2F1D6B5-6911-4BA9-B2AC-3EE57BB6ABB6}" sibTransId="{A7FD30D6-92EF-4A1C-A840-2088A5A9686B}"/>
    <dgm:cxn modelId="{0BA89768-BAAE-417D-82B0-D4DEE1F5CD2F}" type="presOf" srcId="{9B11BD8F-A4B0-4BA9-B7FE-4320F3C589D0}" destId="{0535BD26-C4F7-48C0-B062-B4D22E7A2F1F}" srcOrd="0" destOrd="0" presId="urn:microsoft.com/office/officeart/2005/8/layout/hProcess9"/>
    <dgm:cxn modelId="{7AE30170-A5EF-4495-82E7-1EE0FBAD5D5B}" srcId="{5A019360-A626-4575-B4D0-C3EF7F3131F6}" destId="{5EB17C46-6DA2-4ACB-9C78-8A50CDCFCCDE}" srcOrd="2" destOrd="0" parTransId="{F3D20830-4B54-4123-A65C-57B251A6F61F}" sibTransId="{F9112D54-39AF-4659-BD1F-DF33E28D63AB}"/>
    <dgm:cxn modelId="{96B1ED55-47C6-41ED-B562-890303458C34}" type="presOf" srcId="{5EB17C46-6DA2-4ACB-9C78-8A50CDCFCCDE}" destId="{B66E15DF-AA09-4C59-8346-637B25CBFE2F}" srcOrd="0" destOrd="0" presId="urn:microsoft.com/office/officeart/2005/8/layout/hProcess9"/>
    <dgm:cxn modelId="{4AB47676-92C7-4855-9E37-0428DB4494AD}" type="presOf" srcId="{5A019360-A626-4575-B4D0-C3EF7F3131F6}" destId="{3CF9A196-434E-4B71-96E4-F7C908E6237F}" srcOrd="0" destOrd="0" presId="urn:microsoft.com/office/officeart/2005/8/layout/hProcess9"/>
    <dgm:cxn modelId="{F117FD58-206B-4311-BCB1-58C84F93F35E}" type="presOf" srcId="{2D727AD5-1906-43EB-AB9D-B655BC67323F}" destId="{0535BD26-C4F7-48C0-B062-B4D22E7A2F1F}" srcOrd="0" destOrd="4" presId="urn:microsoft.com/office/officeart/2005/8/layout/hProcess9"/>
    <dgm:cxn modelId="{A0BB837C-3FF7-45EB-80D4-38E349EBB2A1}" type="presOf" srcId="{DCCFC4B4-1ABA-436F-BA32-6C48D1C3185E}" destId="{0535BD26-C4F7-48C0-B062-B4D22E7A2F1F}" srcOrd="0" destOrd="1" presId="urn:microsoft.com/office/officeart/2005/8/layout/hProcess9"/>
    <dgm:cxn modelId="{A86E6AD0-4F69-4F32-B99B-F0B00858B3B5}" srcId="{5A019360-A626-4575-B4D0-C3EF7F3131F6}" destId="{9B11BD8F-A4B0-4BA9-B7FE-4320F3C589D0}" srcOrd="1" destOrd="0" parTransId="{948DC17A-D50C-4B19-9E28-8250BC150B5D}" sibTransId="{C44AA480-F2EF-4D2D-B5F6-D5688F47B1A4}"/>
    <dgm:cxn modelId="{3A9976D0-B211-42B9-A38E-89ABE0BD779A}" type="presOf" srcId="{917DECED-A724-471D-8E30-4019FA915CE6}" destId="{0535BD26-C4F7-48C0-B062-B4D22E7A2F1F}" srcOrd="0" destOrd="3" presId="urn:microsoft.com/office/officeart/2005/8/layout/hProcess9"/>
    <dgm:cxn modelId="{82D4E1E9-B2B4-44D8-87AB-781948FCA3C8}" type="presOf" srcId="{4E538F89-52BC-44E2-ACD1-2744DE7440D8}" destId="{0535BD26-C4F7-48C0-B062-B4D22E7A2F1F}" srcOrd="0" destOrd="2" presId="urn:microsoft.com/office/officeart/2005/8/layout/hProcess9"/>
    <dgm:cxn modelId="{365057EB-5068-4AE4-818A-5426AD25AE16}" srcId="{5A019360-A626-4575-B4D0-C3EF7F3131F6}" destId="{B9054D6F-62FA-4A30-819E-D3A7CBB8C40E}" srcOrd="0" destOrd="0" parTransId="{12F0D15A-AADA-4571-8F97-72A057BA983F}" sibTransId="{BDFE9354-2553-465A-8593-5842F415775B}"/>
    <dgm:cxn modelId="{987D158A-4C10-4574-B2F8-22851C01431D}" type="presParOf" srcId="{3CF9A196-434E-4B71-96E4-F7C908E6237F}" destId="{7ECEAF9F-A1BA-4FA9-9891-4F49B4E7066F}" srcOrd="0" destOrd="0" presId="urn:microsoft.com/office/officeart/2005/8/layout/hProcess9"/>
    <dgm:cxn modelId="{08CD2EAA-6801-4991-86CA-10071B71342F}" type="presParOf" srcId="{3CF9A196-434E-4B71-96E4-F7C908E6237F}" destId="{CE3035B1-C7FD-4ABC-B204-D71C14369AB7}" srcOrd="1" destOrd="0" presId="urn:microsoft.com/office/officeart/2005/8/layout/hProcess9"/>
    <dgm:cxn modelId="{24CF36D7-9AFC-4749-B599-9FE14FDC6CBA}" type="presParOf" srcId="{CE3035B1-C7FD-4ABC-B204-D71C14369AB7}" destId="{1E861AF7-D02D-4F0F-A7A8-A9693988835A}" srcOrd="0" destOrd="0" presId="urn:microsoft.com/office/officeart/2005/8/layout/hProcess9"/>
    <dgm:cxn modelId="{39AFF2BA-3F1F-4B4A-BD2E-DB8F4AC95A39}" type="presParOf" srcId="{CE3035B1-C7FD-4ABC-B204-D71C14369AB7}" destId="{049B70A9-24D5-49F8-B0CC-6F2431BE95C7}" srcOrd="1" destOrd="0" presId="urn:microsoft.com/office/officeart/2005/8/layout/hProcess9"/>
    <dgm:cxn modelId="{3CA6A1BF-2920-457E-A633-464E41AE9A23}" type="presParOf" srcId="{CE3035B1-C7FD-4ABC-B204-D71C14369AB7}" destId="{0535BD26-C4F7-48C0-B062-B4D22E7A2F1F}" srcOrd="2" destOrd="0" presId="urn:microsoft.com/office/officeart/2005/8/layout/hProcess9"/>
    <dgm:cxn modelId="{0671111D-860E-400C-A438-FFA9A0B13B22}" type="presParOf" srcId="{CE3035B1-C7FD-4ABC-B204-D71C14369AB7}" destId="{9D29A2CB-0C6B-405D-802A-F1BB932F9A3B}" srcOrd="3" destOrd="0" presId="urn:microsoft.com/office/officeart/2005/8/layout/hProcess9"/>
    <dgm:cxn modelId="{E463BA84-2F0C-4054-858A-1943FA93C7ED}" type="presParOf" srcId="{CE3035B1-C7FD-4ABC-B204-D71C14369AB7}" destId="{B66E15DF-AA09-4C59-8346-637B25CBFE2F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F7EF63F-E93B-4CED-BC0D-DC95FE29009F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DDD597-C580-4836-8737-F9F64D7623A5}">
      <dgm:prSet/>
      <dgm:spPr/>
      <dgm:t>
        <a:bodyPr/>
        <a:lstStyle/>
        <a:p>
          <a:r>
            <a:rPr lang="en-US" b="1" dirty="0"/>
            <a:t>Grant Applications</a:t>
          </a:r>
        </a:p>
      </dgm:t>
    </dgm:pt>
    <dgm:pt modelId="{9A8A2B8B-C43B-4365-BBE5-5DE5C95D74AE}" type="parTrans" cxnId="{8773F181-EDFD-49AB-A9B5-5F08CD0D5B94}">
      <dgm:prSet/>
      <dgm:spPr/>
      <dgm:t>
        <a:bodyPr/>
        <a:lstStyle/>
        <a:p>
          <a:endParaRPr lang="en-US"/>
        </a:p>
      </dgm:t>
    </dgm:pt>
    <dgm:pt modelId="{31168A0A-2A3F-492C-8AD3-080EAC7699B2}" type="sibTrans" cxnId="{8773F181-EDFD-49AB-A9B5-5F08CD0D5B94}">
      <dgm:prSet/>
      <dgm:spPr/>
      <dgm:t>
        <a:bodyPr/>
        <a:lstStyle/>
        <a:p>
          <a:endParaRPr lang="en-US"/>
        </a:p>
      </dgm:t>
    </dgm:pt>
    <dgm:pt modelId="{09EC1D16-5488-4D2C-B465-831BC1796CF2}">
      <dgm:prSet/>
      <dgm:spPr/>
      <dgm:t>
        <a:bodyPr/>
        <a:lstStyle/>
        <a:p>
          <a:r>
            <a:rPr lang="en-US" b="1" dirty="0"/>
            <a:t>Infographics</a:t>
          </a:r>
        </a:p>
      </dgm:t>
    </dgm:pt>
    <dgm:pt modelId="{334B608C-2BD8-4326-9BD1-3A6290F3240C}" type="parTrans" cxnId="{C45CB7AE-46C2-4DE8-9941-D35C2495C16A}">
      <dgm:prSet/>
      <dgm:spPr/>
      <dgm:t>
        <a:bodyPr/>
        <a:lstStyle/>
        <a:p>
          <a:endParaRPr lang="en-US"/>
        </a:p>
      </dgm:t>
    </dgm:pt>
    <dgm:pt modelId="{E3EDA2D9-4629-4C83-939D-36BD621B5AC4}" type="sibTrans" cxnId="{C45CB7AE-46C2-4DE8-9941-D35C2495C16A}">
      <dgm:prSet/>
      <dgm:spPr/>
      <dgm:t>
        <a:bodyPr/>
        <a:lstStyle/>
        <a:p>
          <a:endParaRPr lang="en-US"/>
        </a:p>
      </dgm:t>
    </dgm:pt>
    <dgm:pt modelId="{2C054C09-E322-44CD-BD31-C794EDB47F85}">
      <dgm:prSet custT="1"/>
      <dgm:spPr/>
      <dgm:t>
        <a:bodyPr/>
        <a:lstStyle/>
        <a:p>
          <a:r>
            <a:rPr lang="en-US" sz="4400" b="1" dirty="0"/>
            <a:t>Needs Assessments</a:t>
          </a:r>
        </a:p>
      </dgm:t>
    </dgm:pt>
    <dgm:pt modelId="{20892417-D9B2-4280-9E3D-617879A62764}" type="parTrans" cxnId="{AB5F173C-1A65-4FCA-89DF-AE6FECC5A4E7}">
      <dgm:prSet/>
      <dgm:spPr/>
      <dgm:t>
        <a:bodyPr/>
        <a:lstStyle/>
        <a:p>
          <a:endParaRPr lang="en-US"/>
        </a:p>
      </dgm:t>
    </dgm:pt>
    <dgm:pt modelId="{E48671DF-CCC3-4FE7-BB47-51005AC2E45C}" type="sibTrans" cxnId="{AB5F173C-1A65-4FCA-89DF-AE6FECC5A4E7}">
      <dgm:prSet/>
      <dgm:spPr/>
      <dgm:t>
        <a:bodyPr/>
        <a:lstStyle/>
        <a:p>
          <a:endParaRPr lang="en-US"/>
        </a:p>
      </dgm:t>
    </dgm:pt>
    <dgm:pt modelId="{5D2914E2-FC3B-4546-B782-A2492302E631}">
      <dgm:prSet/>
      <dgm:spPr/>
      <dgm:t>
        <a:bodyPr/>
        <a:lstStyle/>
        <a:p>
          <a:r>
            <a:rPr lang="en-US" b="1" dirty="0"/>
            <a:t>Targeted</a:t>
          </a:r>
          <a:r>
            <a:rPr lang="en-US" dirty="0"/>
            <a:t> </a:t>
          </a:r>
          <a:r>
            <a:rPr lang="en-US" b="1" dirty="0"/>
            <a:t>Programs</a:t>
          </a:r>
        </a:p>
      </dgm:t>
    </dgm:pt>
    <dgm:pt modelId="{D2AD6092-D481-4EEA-A271-00796514C620}" type="parTrans" cxnId="{514FDF73-6111-4EF4-9C34-1E6316CCEDF9}">
      <dgm:prSet/>
      <dgm:spPr/>
      <dgm:t>
        <a:bodyPr/>
        <a:lstStyle/>
        <a:p>
          <a:endParaRPr lang="en-US"/>
        </a:p>
      </dgm:t>
    </dgm:pt>
    <dgm:pt modelId="{9F26EB35-9F8D-44DD-8230-4D1DFCB1510A}" type="sibTrans" cxnId="{514FDF73-6111-4EF4-9C34-1E6316CCEDF9}">
      <dgm:prSet/>
      <dgm:spPr/>
      <dgm:t>
        <a:bodyPr/>
        <a:lstStyle/>
        <a:p>
          <a:endParaRPr lang="en-US"/>
        </a:p>
      </dgm:t>
    </dgm:pt>
    <dgm:pt modelId="{01D349D8-EBE6-4E7A-9389-8C9CA0AEB280}">
      <dgm:prSet/>
      <dgm:spPr/>
      <dgm:t>
        <a:bodyPr/>
        <a:lstStyle/>
        <a:p>
          <a:r>
            <a:rPr lang="en-US" b="1" dirty="0"/>
            <a:t>Public Education Campaigns</a:t>
          </a:r>
        </a:p>
      </dgm:t>
    </dgm:pt>
    <dgm:pt modelId="{2105D6C2-AE5F-49ED-8872-F75C34C148BC}" type="parTrans" cxnId="{7D946FD9-32EB-46AE-9854-79E654DEF885}">
      <dgm:prSet/>
      <dgm:spPr/>
      <dgm:t>
        <a:bodyPr/>
        <a:lstStyle/>
        <a:p>
          <a:endParaRPr lang="en-US"/>
        </a:p>
      </dgm:t>
    </dgm:pt>
    <dgm:pt modelId="{B2AB0E42-18D9-4177-B5A8-5625D561A076}" type="sibTrans" cxnId="{7D946FD9-32EB-46AE-9854-79E654DEF885}">
      <dgm:prSet/>
      <dgm:spPr/>
      <dgm:t>
        <a:bodyPr/>
        <a:lstStyle/>
        <a:p>
          <a:endParaRPr lang="en-US"/>
        </a:p>
      </dgm:t>
    </dgm:pt>
    <dgm:pt modelId="{6299B342-94B3-4A1E-83EA-8199D50EF3EC}">
      <dgm:prSet custT="1"/>
      <dgm:spPr/>
      <dgm:t>
        <a:bodyPr/>
        <a:lstStyle/>
        <a:p>
          <a:r>
            <a:rPr lang="en-US" sz="4400" b="1" dirty="0"/>
            <a:t>Program Evaluation</a:t>
          </a:r>
        </a:p>
      </dgm:t>
    </dgm:pt>
    <dgm:pt modelId="{0C4D2289-D657-4366-A1D4-04E81A264705}" type="parTrans" cxnId="{6F9BDED9-B793-47D0-B0A4-6AE9AF8F370D}">
      <dgm:prSet/>
      <dgm:spPr/>
      <dgm:t>
        <a:bodyPr/>
        <a:lstStyle/>
        <a:p>
          <a:endParaRPr lang="en-US"/>
        </a:p>
      </dgm:t>
    </dgm:pt>
    <dgm:pt modelId="{19C11256-6B78-472B-93EE-D658A6CBA04F}" type="sibTrans" cxnId="{6F9BDED9-B793-47D0-B0A4-6AE9AF8F370D}">
      <dgm:prSet/>
      <dgm:spPr/>
      <dgm:t>
        <a:bodyPr/>
        <a:lstStyle/>
        <a:p>
          <a:endParaRPr lang="en-US"/>
        </a:p>
      </dgm:t>
    </dgm:pt>
    <dgm:pt modelId="{55384C14-13F8-46A3-8B23-3930D77DEFC7}" type="pres">
      <dgm:prSet presAssocID="{2F7EF63F-E93B-4CED-BC0D-DC95FE29009F}" presName="Name0" presStyleCnt="0">
        <dgm:presLayoutVars>
          <dgm:chMax val="7"/>
          <dgm:chPref val="7"/>
          <dgm:dir/>
        </dgm:presLayoutVars>
      </dgm:prSet>
      <dgm:spPr/>
    </dgm:pt>
    <dgm:pt modelId="{0C60D085-0E0C-4820-B4B9-95A3ED2A9DE9}" type="pres">
      <dgm:prSet presAssocID="{2F7EF63F-E93B-4CED-BC0D-DC95FE29009F}" presName="Name1" presStyleCnt="0"/>
      <dgm:spPr/>
    </dgm:pt>
    <dgm:pt modelId="{F90B477C-CF81-411F-8339-3DBCDF921C0D}" type="pres">
      <dgm:prSet presAssocID="{2F7EF63F-E93B-4CED-BC0D-DC95FE29009F}" presName="cycle" presStyleCnt="0"/>
      <dgm:spPr/>
    </dgm:pt>
    <dgm:pt modelId="{C234B8EC-E5F1-4438-AC7B-960F6D01C803}" type="pres">
      <dgm:prSet presAssocID="{2F7EF63F-E93B-4CED-BC0D-DC95FE29009F}" presName="srcNode" presStyleLbl="node1" presStyleIdx="0" presStyleCnt="6"/>
      <dgm:spPr/>
    </dgm:pt>
    <dgm:pt modelId="{823CD452-7B8E-4C43-9334-D3792DDD9378}" type="pres">
      <dgm:prSet presAssocID="{2F7EF63F-E93B-4CED-BC0D-DC95FE29009F}" presName="conn" presStyleLbl="parChTrans1D2" presStyleIdx="0" presStyleCnt="1"/>
      <dgm:spPr/>
    </dgm:pt>
    <dgm:pt modelId="{4B0A8D16-A812-4F25-84AC-91135304A8BE}" type="pres">
      <dgm:prSet presAssocID="{2F7EF63F-E93B-4CED-BC0D-DC95FE29009F}" presName="extraNode" presStyleLbl="node1" presStyleIdx="0" presStyleCnt="6"/>
      <dgm:spPr/>
    </dgm:pt>
    <dgm:pt modelId="{DC7DE0B9-67B1-4286-9D96-24ACEEB8F731}" type="pres">
      <dgm:prSet presAssocID="{2F7EF63F-E93B-4CED-BC0D-DC95FE29009F}" presName="dstNode" presStyleLbl="node1" presStyleIdx="0" presStyleCnt="6"/>
      <dgm:spPr/>
    </dgm:pt>
    <dgm:pt modelId="{43C4128F-74BF-4569-8155-AC25919E0750}" type="pres">
      <dgm:prSet presAssocID="{40DDD597-C580-4836-8737-F9F64D7623A5}" presName="text_1" presStyleLbl="node1" presStyleIdx="0" presStyleCnt="6">
        <dgm:presLayoutVars>
          <dgm:bulletEnabled val="1"/>
        </dgm:presLayoutVars>
      </dgm:prSet>
      <dgm:spPr/>
    </dgm:pt>
    <dgm:pt modelId="{D5BB3529-283F-4F59-8D74-A377BF6D9047}" type="pres">
      <dgm:prSet presAssocID="{40DDD597-C580-4836-8737-F9F64D7623A5}" presName="accent_1" presStyleCnt="0"/>
      <dgm:spPr/>
    </dgm:pt>
    <dgm:pt modelId="{7FAAC329-9F18-4314-A8DD-A9E168A3ECD5}" type="pres">
      <dgm:prSet presAssocID="{40DDD597-C580-4836-8737-F9F64D7623A5}" presName="accentRepeatNode" presStyleLbl="solidFgAcc1" presStyleIdx="0" presStyleCnt="6"/>
      <dgm:spPr/>
    </dgm:pt>
    <dgm:pt modelId="{1E01ACB7-5724-45F6-9E1D-9F21A73E6A05}" type="pres">
      <dgm:prSet presAssocID="{09EC1D16-5488-4D2C-B465-831BC1796CF2}" presName="text_2" presStyleLbl="node1" presStyleIdx="1" presStyleCnt="6">
        <dgm:presLayoutVars>
          <dgm:bulletEnabled val="1"/>
        </dgm:presLayoutVars>
      </dgm:prSet>
      <dgm:spPr/>
    </dgm:pt>
    <dgm:pt modelId="{D03B696E-7866-4AD4-82CD-435AC35E237D}" type="pres">
      <dgm:prSet presAssocID="{09EC1D16-5488-4D2C-B465-831BC1796CF2}" presName="accent_2" presStyleCnt="0"/>
      <dgm:spPr/>
    </dgm:pt>
    <dgm:pt modelId="{77B02AD6-9983-4601-BD11-4EA6CF326BB7}" type="pres">
      <dgm:prSet presAssocID="{09EC1D16-5488-4D2C-B465-831BC1796CF2}" presName="accentRepeatNode" presStyleLbl="solidFgAcc1" presStyleIdx="1" presStyleCnt="6"/>
      <dgm:spPr/>
    </dgm:pt>
    <dgm:pt modelId="{A440449A-E630-4186-B0CB-6E10480A8890}" type="pres">
      <dgm:prSet presAssocID="{2C054C09-E322-44CD-BD31-C794EDB47F85}" presName="text_3" presStyleLbl="node1" presStyleIdx="2" presStyleCnt="6">
        <dgm:presLayoutVars>
          <dgm:bulletEnabled val="1"/>
        </dgm:presLayoutVars>
      </dgm:prSet>
      <dgm:spPr/>
    </dgm:pt>
    <dgm:pt modelId="{24438AAC-FD86-4886-B980-20E823EC9F83}" type="pres">
      <dgm:prSet presAssocID="{2C054C09-E322-44CD-BD31-C794EDB47F85}" presName="accent_3" presStyleCnt="0"/>
      <dgm:spPr/>
    </dgm:pt>
    <dgm:pt modelId="{8C1276D7-362E-4308-AEED-18D3E552ADC1}" type="pres">
      <dgm:prSet presAssocID="{2C054C09-E322-44CD-BD31-C794EDB47F85}" presName="accentRepeatNode" presStyleLbl="solidFgAcc1" presStyleIdx="2" presStyleCnt="6"/>
      <dgm:spPr/>
    </dgm:pt>
    <dgm:pt modelId="{08DF9B68-10DD-4562-8AE5-8A7F6FE9A17C}" type="pres">
      <dgm:prSet presAssocID="{6299B342-94B3-4A1E-83EA-8199D50EF3EC}" presName="text_4" presStyleLbl="node1" presStyleIdx="3" presStyleCnt="6">
        <dgm:presLayoutVars>
          <dgm:bulletEnabled val="1"/>
        </dgm:presLayoutVars>
      </dgm:prSet>
      <dgm:spPr/>
    </dgm:pt>
    <dgm:pt modelId="{001B1752-5D6E-487D-B473-178A002DF127}" type="pres">
      <dgm:prSet presAssocID="{6299B342-94B3-4A1E-83EA-8199D50EF3EC}" presName="accent_4" presStyleCnt="0"/>
      <dgm:spPr/>
    </dgm:pt>
    <dgm:pt modelId="{3F905390-782E-47E7-BFF2-CD670B140488}" type="pres">
      <dgm:prSet presAssocID="{6299B342-94B3-4A1E-83EA-8199D50EF3EC}" presName="accentRepeatNode" presStyleLbl="solidFgAcc1" presStyleIdx="3" presStyleCnt="6"/>
      <dgm:spPr/>
    </dgm:pt>
    <dgm:pt modelId="{C4D0C3E7-CB1D-4F46-84B3-279B297273E1}" type="pres">
      <dgm:prSet presAssocID="{01D349D8-EBE6-4E7A-9389-8C9CA0AEB280}" presName="text_5" presStyleLbl="node1" presStyleIdx="4" presStyleCnt="6">
        <dgm:presLayoutVars>
          <dgm:bulletEnabled val="1"/>
        </dgm:presLayoutVars>
      </dgm:prSet>
      <dgm:spPr/>
    </dgm:pt>
    <dgm:pt modelId="{205F78BC-56FB-4C91-87CA-D0480454A696}" type="pres">
      <dgm:prSet presAssocID="{01D349D8-EBE6-4E7A-9389-8C9CA0AEB280}" presName="accent_5" presStyleCnt="0"/>
      <dgm:spPr/>
    </dgm:pt>
    <dgm:pt modelId="{04BE5226-52B8-4A2D-BFB2-4DE1BE80DD70}" type="pres">
      <dgm:prSet presAssocID="{01D349D8-EBE6-4E7A-9389-8C9CA0AEB280}" presName="accentRepeatNode" presStyleLbl="solidFgAcc1" presStyleIdx="4" presStyleCnt="6"/>
      <dgm:spPr/>
    </dgm:pt>
    <dgm:pt modelId="{725A78A8-B539-4A50-9D88-E568880BF532}" type="pres">
      <dgm:prSet presAssocID="{5D2914E2-FC3B-4546-B782-A2492302E631}" presName="text_6" presStyleLbl="node1" presStyleIdx="5" presStyleCnt="6">
        <dgm:presLayoutVars>
          <dgm:bulletEnabled val="1"/>
        </dgm:presLayoutVars>
      </dgm:prSet>
      <dgm:spPr/>
    </dgm:pt>
    <dgm:pt modelId="{1E2137B4-CD85-4EFF-B8D4-17A0FAA358E9}" type="pres">
      <dgm:prSet presAssocID="{5D2914E2-FC3B-4546-B782-A2492302E631}" presName="accent_6" presStyleCnt="0"/>
      <dgm:spPr/>
    </dgm:pt>
    <dgm:pt modelId="{DC2752DF-584C-4B73-B4C1-6555E34DF070}" type="pres">
      <dgm:prSet presAssocID="{5D2914E2-FC3B-4546-B782-A2492302E631}" presName="accentRepeatNode" presStyleLbl="solidFgAcc1" presStyleIdx="5" presStyleCnt="6"/>
      <dgm:spPr/>
    </dgm:pt>
  </dgm:ptLst>
  <dgm:cxnLst>
    <dgm:cxn modelId="{AC3FE216-5022-49EC-9163-8ECD70BE3934}" type="presOf" srcId="{2C054C09-E322-44CD-BD31-C794EDB47F85}" destId="{A440449A-E630-4186-B0CB-6E10480A8890}" srcOrd="0" destOrd="0" presId="urn:microsoft.com/office/officeart/2008/layout/VerticalCurvedList"/>
    <dgm:cxn modelId="{ECD56A35-C6B8-42FA-A37C-EBE1BB1FEA79}" type="presOf" srcId="{31168A0A-2A3F-492C-8AD3-080EAC7699B2}" destId="{823CD452-7B8E-4C43-9334-D3792DDD9378}" srcOrd="0" destOrd="0" presId="urn:microsoft.com/office/officeart/2008/layout/VerticalCurvedList"/>
    <dgm:cxn modelId="{85269338-1502-41C9-8A8E-9A184992372E}" type="presOf" srcId="{5D2914E2-FC3B-4546-B782-A2492302E631}" destId="{725A78A8-B539-4A50-9D88-E568880BF532}" srcOrd="0" destOrd="0" presId="urn:microsoft.com/office/officeart/2008/layout/VerticalCurvedList"/>
    <dgm:cxn modelId="{AB5F173C-1A65-4FCA-89DF-AE6FECC5A4E7}" srcId="{2F7EF63F-E93B-4CED-BC0D-DC95FE29009F}" destId="{2C054C09-E322-44CD-BD31-C794EDB47F85}" srcOrd="2" destOrd="0" parTransId="{20892417-D9B2-4280-9E3D-617879A62764}" sibTransId="{E48671DF-CCC3-4FE7-BB47-51005AC2E45C}"/>
    <dgm:cxn modelId="{AEACCD5E-FB6A-4682-990B-24C25D808332}" type="presOf" srcId="{2F7EF63F-E93B-4CED-BC0D-DC95FE29009F}" destId="{55384C14-13F8-46A3-8B23-3930D77DEFC7}" srcOrd="0" destOrd="0" presId="urn:microsoft.com/office/officeart/2008/layout/VerticalCurvedList"/>
    <dgm:cxn modelId="{04EF0871-13A9-4982-8432-EBF9ACA09041}" type="presOf" srcId="{40DDD597-C580-4836-8737-F9F64D7623A5}" destId="{43C4128F-74BF-4569-8155-AC25919E0750}" srcOrd="0" destOrd="0" presId="urn:microsoft.com/office/officeart/2008/layout/VerticalCurvedList"/>
    <dgm:cxn modelId="{514FDF73-6111-4EF4-9C34-1E6316CCEDF9}" srcId="{2F7EF63F-E93B-4CED-BC0D-DC95FE29009F}" destId="{5D2914E2-FC3B-4546-B782-A2492302E631}" srcOrd="5" destOrd="0" parTransId="{D2AD6092-D481-4EEA-A271-00796514C620}" sibTransId="{9F26EB35-9F8D-44DD-8230-4D1DFCB1510A}"/>
    <dgm:cxn modelId="{8ABE337F-CF07-4CF6-AFF8-0F709DAED532}" type="presOf" srcId="{09EC1D16-5488-4D2C-B465-831BC1796CF2}" destId="{1E01ACB7-5724-45F6-9E1D-9F21A73E6A05}" srcOrd="0" destOrd="0" presId="urn:microsoft.com/office/officeart/2008/layout/VerticalCurvedList"/>
    <dgm:cxn modelId="{8773F181-EDFD-49AB-A9B5-5F08CD0D5B94}" srcId="{2F7EF63F-E93B-4CED-BC0D-DC95FE29009F}" destId="{40DDD597-C580-4836-8737-F9F64D7623A5}" srcOrd="0" destOrd="0" parTransId="{9A8A2B8B-C43B-4365-BBE5-5DE5C95D74AE}" sibTransId="{31168A0A-2A3F-492C-8AD3-080EAC7699B2}"/>
    <dgm:cxn modelId="{C45CB7AE-46C2-4DE8-9941-D35C2495C16A}" srcId="{2F7EF63F-E93B-4CED-BC0D-DC95FE29009F}" destId="{09EC1D16-5488-4D2C-B465-831BC1796CF2}" srcOrd="1" destOrd="0" parTransId="{334B608C-2BD8-4326-9BD1-3A6290F3240C}" sibTransId="{E3EDA2D9-4629-4C83-939D-36BD621B5AC4}"/>
    <dgm:cxn modelId="{E47BBABD-DEF2-4973-9332-EE13707A749E}" type="presOf" srcId="{6299B342-94B3-4A1E-83EA-8199D50EF3EC}" destId="{08DF9B68-10DD-4562-8AE5-8A7F6FE9A17C}" srcOrd="0" destOrd="0" presId="urn:microsoft.com/office/officeart/2008/layout/VerticalCurvedList"/>
    <dgm:cxn modelId="{7D946FD9-32EB-46AE-9854-79E654DEF885}" srcId="{2F7EF63F-E93B-4CED-BC0D-DC95FE29009F}" destId="{01D349D8-EBE6-4E7A-9389-8C9CA0AEB280}" srcOrd="4" destOrd="0" parTransId="{2105D6C2-AE5F-49ED-8872-F75C34C148BC}" sibTransId="{B2AB0E42-18D9-4177-B5A8-5625D561A076}"/>
    <dgm:cxn modelId="{6F9BDED9-B793-47D0-B0A4-6AE9AF8F370D}" srcId="{2F7EF63F-E93B-4CED-BC0D-DC95FE29009F}" destId="{6299B342-94B3-4A1E-83EA-8199D50EF3EC}" srcOrd="3" destOrd="0" parTransId="{0C4D2289-D657-4366-A1D4-04E81A264705}" sibTransId="{19C11256-6B78-472B-93EE-D658A6CBA04F}"/>
    <dgm:cxn modelId="{7467E2F9-24C7-4EA5-ADAA-B1A72DE7E5C0}" type="presOf" srcId="{01D349D8-EBE6-4E7A-9389-8C9CA0AEB280}" destId="{C4D0C3E7-CB1D-4F46-84B3-279B297273E1}" srcOrd="0" destOrd="0" presId="urn:microsoft.com/office/officeart/2008/layout/VerticalCurvedList"/>
    <dgm:cxn modelId="{A43A2F81-BF86-4578-97DF-B2EC9D140D80}" type="presParOf" srcId="{55384C14-13F8-46A3-8B23-3930D77DEFC7}" destId="{0C60D085-0E0C-4820-B4B9-95A3ED2A9DE9}" srcOrd="0" destOrd="0" presId="urn:microsoft.com/office/officeart/2008/layout/VerticalCurvedList"/>
    <dgm:cxn modelId="{14931118-DCE0-489C-96CF-D2C1983C4704}" type="presParOf" srcId="{0C60D085-0E0C-4820-B4B9-95A3ED2A9DE9}" destId="{F90B477C-CF81-411F-8339-3DBCDF921C0D}" srcOrd="0" destOrd="0" presId="urn:microsoft.com/office/officeart/2008/layout/VerticalCurvedList"/>
    <dgm:cxn modelId="{452C5AE6-A2E5-4E26-AEF2-FD9551EE8E2A}" type="presParOf" srcId="{F90B477C-CF81-411F-8339-3DBCDF921C0D}" destId="{C234B8EC-E5F1-4438-AC7B-960F6D01C803}" srcOrd="0" destOrd="0" presId="urn:microsoft.com/office/officeart/2008/layout/VerticalCurvedList"/>
    <dgm:cxn modelId="{8513441C-FA1C-4731-91F2-C21426A5012B}" type="presParOf" srcId="{F90B477C-CF81-411F-8339-3DBCDF921C0D}" destId="{823CD452-7B8E-4C43-9334-D3792DDD9378}" srcOrd="1" destOrd="0" presId="urn:microsoft.com/office/officeart/2008/layout/VerticalCurvedList"/>
    <dgm:cxn modelId="{8BCE9798-B01D-4431-A592-E595B62FA4A5}" type="presParOf" srcId="{F90B477C-CF81-411F-8339-3DBCDF921C0D}" destId="{4B0A8D16-A812-4F25-84AC-91135304A8BE}" srcOrd="2" destOrd="0" presId="urn:microsoft.com/office/officeart/2008/layout/VerticalCurvedList"/>
    <dgm:cxn modelId="{90C38ED1-CA2C-405A-952B-0AADACBFD39F}" type="presParOf" srcId="{F90B477C-CF81-411F-8339-3DBCDF921C0D}" destId="{DC7DE0B9-67B1-4286-9D96-24ACEEB8F731}" srcOrd="3" destOrd="0" presId="urn:microsoft.com/office/officeart/2008/layout/VerticalCurvedList"/>
    <dgm:cxn modelId="{2C792894-7A9A-4915-9F06-816B677646F8}" type="presParOf" srcId="{0C60D085-0E0C-4820-B4B9-95A3ED2A9DE9}" destId="{43C4128F-74BF-4569-8155-AC25919E0750}" srcOrd="1" destOrd="0" presId="urn:microsoft.com/office/officeart/2008/layout/VerticalCurvedList"/>
    <dgm:cxn modelId="{1098ECF5-8E27-4CEE-9572-5131FB762D83}" type="presParOf" srcId="{0C60D085-0E0C-4820-B4B9-95A3ED2A9DE9}" destId="{D5BB3529-283F-4F59-8D74-A377BF6D9047}" srcOrd="2" destOrd="0" presId="urn:microsoft.com/office/officeart/2008/layout/VerticalCurvedList"/>
    <dgm:cxn modelId="{A1D5198E-6729-462C-85F7-8A54B87FAEF4}" type="presParOf" srcId="{D5BB3529-283F-4F59-8D74-A377BF6D9047}" destId="{7FAAC329-9F18-4314-A8DD-A9E168A3ECD5}" srcOrd="0" destOrd="0" presId="urn:microsoft.com/office/officeart/2008/layout/VerticalCurvedList"/>
    <dgm:cxn modelId="{AB9BB750-F2D8-4B35-9BBE-717346C2D096}" type="presParOf" srcId="{0C60D085-0E0C-4820-B4B9-95A3ED2A9DE9}" destId="{1E01ACB7-5724-45F6-9E1D-9F21A73E6A05}" srcOrd="3" destOrd="0" presId="urn:microsoft.com/office/officeart/2008/layout/VerticalCurvedList"/>
    <dgm:cxn modelId="{01C7A379-7310-46E1-A174-15A63685257C}" type="presParOf" srcId="{0C60D085-0E0C-4820-B4B9-95A3ED2A9DE9}" destId="{D03B696E-7866-4AD4-82CD-435AC35E237D}" srcOrd="4" destOrd="0" presId="urn:microsoft.com/office/officeart/2008/layout/VerticalCurvedList"/>
    <dgm:cxn modelId="{008E4E86-A19F-4AE6-BFE4-9DF660596F5B}" type="presParOf" srcId="{D03B696E-7866-4AD4-82CD-435AC35E237D}" destId="{77B02AD6-9983-4601-BD11-4EA6CF326BB7}" srcOrd="0" destOrd="0" presId="urn:microsoft.com/office/officeart/2008/layout/VerticalCurvedList"/>
    <dgm:cxn modelId="{22D8835F-B5F5-4864-9865-65342F071995}" type="presParOf" srcId="{0C60D085-0E0C-4820-B4B9-95A3ED2A9DE9}" destId="{A440449A-E630-4186-B0CB-6E10480A8890}" srcOrd="5" destOrd="0" presId="urn:microsoft.com/office/officeart/2008/layout/VerticalCurvedList"/>
    <dgm:cxn modelId="{A0274215-50BD-472E-916F-A4860E6F5F88}" type="presParOf" srcId="{0C60D085-0E0C-4820-B4B9-95A3ED2A9DE9}" destId="{24438AAC-FD86-4886-B980-20E823EC9F83}" srcOrd="6" destOrd="0" presId="urn:microsoft.com/office/officeart/2008/layout/VerticalCurvedList"/>
    <dgm:cxn modelId="{9EA74200-DC28-4DC4-B9B5-173C05211B8F}" type="presParOf" srcId="{24438AAC-FD86-4886-B980-20E823EC9F83}" destId="{8C1276D7-362E-4308-AEED-18D3E552ADC1}" srcOrd="0" destOrd="0" presId="urn:microsoft.com/office/officeart/2008/layout/VerticalCurvedList"/>
    <dgm:cxn modelId="{41B63D96-5049-4B84-8163-27939414652C}" type="presParOf" srcId="{0C60D085-0E0C-4820-B4B9-95A3ED2A9DE9}" destId="{08DF9B68-10DD-4562-8AE5-8A7F6FE9A17C}" srcOrd="7" destOrd="0" presId="urn:microsoft.com/office/officeart/2008/layout/VerticalCurvedList"/>
    <dgm:cxn modelId="{AF9FE896-B779-437F-87D3-F6F1C86A5ACE}" type="presParOf" srcId="{0C60D085-0E0C-4820-B4B9-95A3ED2A9DE9}" destId="{001B1752-5D6E-487D-B473-178A002DF127}" srcOrd="8" destOrd="0" presId="urn:microsoft.com/office/officeart/2008/layout/VerticalCurvedList"/>
    <dgm:cxn modelId="{0A89C646-68F5-43CC-83B4-F05D31337492}" type="presParOf" srcId="{001B1752-5D6E-487D-B473-178A002DF127}" destId="{3F905390-782E-47E7-BFF2-CD670B140488}" srcOrd="0" destOrd="0" presId="urn:microsoft.com/office/officeart/2008/layout/VerticalCurvedList"/>
    <dgm:cxn modelId="{FAFDFF54-18FF-40C2-A9A7-FB3AE40B257F}" type="presParOf" srcId="{0C60D085-0E0C-4820-B4B9-95A3ED2A9DE9}" destId="{C4D0C3E7-CB1D-4F46-84B3-279B297273E1}" srcOrd="9" destOrd="0" presId="urn:microsoft.com/office/officeart/2008/layout/VerticalCurvedList"/>
    <dgm:cxn modelId="{04BCF605-7CB0-43CD-924A-36BA9631C922}" type="presParOf" srcId="{0C60D085-0E0C-4820-B4B9-95A3ED2A9DE9}" destId="{205F78BC-56FB-4C91-87CA-D0480454A696}" srcOrd="10" destOrd="0" presId="urn:microsoft.com/office/officeart/2008/layout/VerticalCurvedList"/>
    <dgm:cxn modelId="{3F2DC935-9B6F-4201-862B-4CA7369DEAF4}" type="presParOf" srcId="{205F78BC-56FB-4C91-87CA-D0480454A696}" destId="{04BE5226-52B8-4A2D-BFB2-4DE1BE80DD70}" srcOrd="0" destOrd="0" presId="urn:microsoft.com/office/officeart/2008/layout/VerticalCurvedList"/>
    <dgm:cxn modelId="{90F00FB0-CFAB-46D2-BD8D-76965500B722}" type="presParOf" srcId="{0C60D085-0E0C-4820-B4B9-95A3ED2A9DE9}" destId="{725A78A8-B539-4A50-9D88-E568880BF532}" srcOrd="11" destOrd="0" presId="urn:microsoft.com/office/officeart/2008/layout/VerticalCurvedList"/>
    <dgm:cxn modelId="{38AE7E96-2C61-4F69-A3F7-F65AF3B257BD}" type="presParOf" srcId="{0C60D085-0E0C-4820-B4B9-95A3ED2A9DE9}" destId="{1E2137B4-CD85-4EFF-B8D4-17A0FAA358E9}" srcOrd="12" destOrd="0" presId="urn:microsoft.com/office/officeart/2008/layout/VerticalCurvedList"/>
    <dgm:cxn modelId="{D60C682A-B8F4-4289-91EA-C28DBDC49EEA}" type="presParOf" srcId="{1E2137B4-CD85-4EFF-B8D4-17A0FAA358E9}" destId="{DC2752DF-584C-4B73-B4C1-6555E34DF07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9D6B740-D96B-49DC-AB27-902D3FCBCB75}" type="doc">
      <dgm:prSet loTypeId="urn:microsoft.com/office/officeart/2005/8/layout/arrow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0377C2-12C4-49E9-8E2A-058C805A1160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4400" b="1" dirty="0"/>
            <a:t>Referral URL</a:t>
          </a:r>
        </a:p>
      </dgm:t>
    </dgm:pt>
    <dgm:pt modelId="{168FDEEB-7DDC-463D-B743-407983A40918}" type="parTrans" cxnId="{787E57BC-0C7D-4869-A522-8A1C3225B52E}">
      <dgm:prSet/>
      <dgm:spPr/>
      <dgm:t>
        <a:bodyPr/>
        <a:lstStyle/>
        <a:p>
          <a:endParaRPr lang="en-US"/>
        </a:p>
      </dgm:t>
    </dgm:pt>
    <dgm:pt modelId="{FDC98F64-054C-4DB0-AC7A-D2C4FB7A51B9}" type="sibTrans" cxnId="{787E57BC-0C7D-4869-A522-8A1C3225B52E}">
      <dgm:prSet/>
      <dgm:spPr/>
      <dgm:t>
        <a:bodyPr/>
        <a:lstStyle/>
        <a:p>
          <a:endParaRPr lang="en-US"/>
        </a:p>
      </dgm:t>
    </dgm:pt>
    <dgm:pt modelId="{9E29ACD0-599A-4C04-8244-3C55B2FD920B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b="1" dirty="0"/>
            <a:t>Free</a:t>
          </a:r>
        </a:p>
      </dgm:t>
    </dgm:pt>
    <dgm:pt modelId="{173CD06B-F5F8-475D-A4CF-120AAB854D9B}" type="parTrans" cxnId="{CDA11A5E-E667-4BFF-83B6-8E6ACA3CAE9F}">
      <dgm:prSet/>
      <dgm:spPr/>
      <dgm:t>
        <a:bodyPr/>
        <a:lstStyle/>
        <a:p>
          <a:endParaRPr lang="en-US"/>
        </a:p>
      </dgm:t>
    </dgm:pt>
    <dgm:pt modelId="{5DA9800E-6EDA-4487-9B24-6676F919C65C}" type="sibTrans" cxnId="{CDA11A5E-E667-4BFF-83B6-8E6ACA3CAE9F}">
      <dgm:prSet/>
      <dgm:spPr/>
      <dgm:t>
        <a:bodyPr/>
        <a:lstStyle/>
        <a:p>
          <a:endParaRPr lang="en-US"/>
        </a:p>
      </dgm:t>
    </dgm:pt>
    <dgm:pt modelId="{737055AA-1509-47F8-8394-2953C765E69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b="1" dirty="0"/>
            <a:t>Doesn’t require the user do anything</a:t>
          </a:r>
        </a:p>
      </dgm:t>
    </dgm:pt>
    <dgm:pt modelId="{F1DB9B24-F12C-42DF-9A3D-36F910099E6D}" type="parTrans" cxnId="{E79EB6E8-5C12-43F7-B317-5BF250759D3D}">
      <dgm:prSet/>
      <dgm:spPr/>
      <dgm:t>
        <a:bodyPr/>
        <a:lstStyle/>
        <a:p>
          <a:endParaRPr lang="en-US"/>
        </a:p>
      </dgm:t>
    </dgm:pt>
    <dgm:pt modelId="{A39F407F-0DF5-4AC7-80A4-DE1F2BD5F200}" type="sibTrans" cxnId="{E79EB6E8-5C12-43F7-B317-5BF250759D3D}">
      <dgm:prSet/>
      <dgm:spPr/>
      <dgm:t>
        <a:bodyPr/>
        <a:lstStyle/>
        <a:p>
          <a:endParaRPr lang="en-US"/>
        </a:p>
      </dgm:t>
    </dgm:pt>
    <dgm:pt modelId="{471E1DD3-CD9E-4FDA-AC0A-5675789514D9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4400" b="1" dirty="0"/>
            <a:t>Zip Codes</a:t>
          </a:r>
        </a:p>
      </dgm:t>
    </dgm:pt>
    <dgm:pt modelId="{2ECD60EF-E79E-4F40-B73B-A2E066E8F496}" type="parTrans" cxnId="{C0337C66-7356-41B2-99C1-35987DB30C66}">
      <dgm:prSet/>
      <dgm:spPr/>
      <dgm:t>
        <a:bodyPr/>
        <a:lstStyle/>
        <a:p>
          <a:endParaRPr lang="en-US"/>
        </a:p>
      </dgm:t>
    </dgm:pt>
    <dgm:pt modelId="{6F68EEF5-D1AD-4843-92B8-7BB6B9ECE5D7}" type="sibTrans" cxnId="{C0337C66-7356-41B2-99C1-35987DB30C66}">
      <dgm:prSet/>
      <dgm:spPr/>
      <dgm:t>
        <a:bodyPr/>
        <a:lstStyle/>
        <a:p>
          <a:endParaRPr lang="en-US"/>
        </a:p>
      </dgm:t>
    </dgm:pt>
    <dgm:pt modelId="{B8866D3F-63B2-45FD-B887-E6A229AD6C87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b="1" dirty="0"/>
            <a:t>User entered</a:t>
          </a:r>
        </a:p>
      </dgm:t>
    </dgm:pt>
    <dgm:pt modelId="{9DFF29F0-FA75-4797-A473-2AFD9276AC1E}" type="parTrans" cxnId="{5785BBD0-2489-442C-A33F-26351056E290}">
      <dgm:prSet/>
      <dgm:spPr/>
      <dgm:t>
        <a:bodyPr/>
        <a:lstStyle/>
        <a:p>
          <a:endParaRPr lang="en-US"/>
        </a:p>
      </dgm:t>
    </dgm:pt>
    <dgm:pt modelId="{B686A0A5-96C1-43CC-9056-75617FB36C20}" type="sibTrans" cxnId="{5785BBD0-2489-442C-A33F-26351056E290}">
      <dgm:prSet/>
      <dgm:spPr/>
      <dgm:t>
        <a:bodyPr/>
        <a:lstStyle/>
        <a:p>
          <a:endParaRPr lang="en-US"/>
        </a:p>
      </dgm:t>
    </dgm:pt>
    <dgm:pt modelId="{058EE3D7-CE86-4B93-A995-9C7B392DE498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b="1" dirty="0"/>
            <a:t>Need to know all zips in area covered</a:t>
          </a:r>
        </a:p>
      </dgm:t>
    </dgm:pt>
    <dgm:pt modelId="{9FEBAD49-B1F9-4BA8-B7BF-7FF19FCF3606}" type="parTrans" cxnId="{7500AFA1-2C55-4EE0-A909-F8CF736581CE}">
      <dgm:prSet/>
      <dgm:spPr/>
      <dgm:t>
        <a:bodyPr/>
        <a:lstStyle/>
        <a:p>
          <a:endParaRPr lang="en-US"/>
        </a:p>
      </dgm:t>
    </dgm:pt>
    <dgm:pt modelId="{4518259B-4762-4A1A-B276-8BD3C04E344A}" type="sibTrans" cxnId="{7500AFA1-2C55-4EE0-A909-F8CF736581CE}">
      <dgm:prSet/>
      <dgm:spPr/>
      <dgm:t>
        <a:bodyPr/>
        <a:lstStyle/>
        <a:p>
          <a:endParaRPr lang="en-US"/>
        </a:p>
      </dgm:t>
    </dgm:pt>
    <dgm:pt modelId="{A54617A9-5423-42CF-921B-8C9AC42C639F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b="1" dirty="0"/>
            <a:t>Free</a:t>
          </a:r>
        </a:p>
      </dgm:t>
    </dgm:pt>
    <dgm:pt modelId="{7D4C000A-BB35-4F9A-9500-E149AA7ECCE0}" type="parTrans" cxnId="{28BAC087-5B51-41FF-82C3-D42D9CC2BA6F}">
      <dgm:prSet/>
      <dgm:spPr/>
      <dgm:t>
        <a:bodyPr/>
        <a:lstStyle/>
        <a:p>
          <a:endParaRPr lang="en-US"/>
        </a:p>
      </dgm:t>
    </dgm:pt>
    <dgm:pt modelId="{EBCC1ED3-E71D-4242-A944-DDC97A1ADF00}" type="sibTrans" cxnId="{28BAC087-5B51-41FF-82C3-D42D9CC2BA6F}">
      <dgm:prSet/>
      <dgm:spPr/>
      <dgm:t>
        <a:bodyPr/>
        <a:lstStyle/>
        <a:p>
          <a:endParaRPr lang="en-US"/>
        </a:p>
      </dgm:t>
    </dgm:pt>
    <dgm:pt modelId="{1FBE3FAB-39AD-4000-8D45-79172826DF0F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b="1" dirty="0"/>
            <a:t>May get people from other areas</a:t>
          </a:r>
        </a:p>
      </dgm:t>
    </dgm:pt>
    <dgm:pt modelId="{F644D651-1B8A-4D8E-A66B-17D9D396C34F}" type="parTrans" cxnId="{BF15748E-57FC-4EF5-9A21-FA1794F3B63A}">
      <dgm:prSet/>
      <dgm:spPr/>
      <dgm:t>
        <a:bodyPr/>
        <a:lstStyle/>
        <a:p>
          <a:endParaRPr lang="en-US"/>
        </a:p>
      </dgm:t>
    </dgm:pt>
    <dgm:pt modelId="{C3D20DB3-431F-427B-9A2E-3430960A45C3}" type="sibTrans" cxnId="{BF15748E-57FC-4EF5-9A21-FA1794F3B63A}">
      <dgm:prSet/>
      <dgm:spPr/>
      <dgm:t>
        <a:bodyPr/>
        <a:lstStyle/>
        <a:p>
          <a:endParaRPr lang="en-US"/>
        </a:p>
      </dgm:t>
    </dgm:pt>
    <dgm:pt modelId="{A5606944-25B3-49AC-976F-3E8660E30A9C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b="1" dirty="0"/>
            <a:t>Know they came from your site</a:t>
          </a:r>
        </a:p>
      </dgm:t>
    </dgm:pt>
    <dgm:pt modelId="{90F94E80-744E-4915-B4E3-5A19ECF11530}" type="parTrans" cxnId="{60371A8E-C422-4CD0-9E8A-AEC25EF7CA0C}">
      <dgm:prSet/>
      <dgm:spPr/>
      <dgm:t>
        <a:bodyPr/>
        <a:lstStyle/>
        <a:p>
          <a:endParaRPr lang="en-US"/>
        </a:p>
      </dgm:t>
    </dgm:pt>
    <dgm:pt modelId="{B48F612F-B7D5-42F8-919F-F669A08AE770}" type="sibTrans" cxnId="{60371A8E-C422-4CD0-9E8A-AEC25EF7CA0C}">
      <dgm:prSet/>
      <dgm:spPr/>
      <dgm:t>
        <a:bodyPr/>
        <a:lstStyle/>
        <a:p>
          <a:endParaRPr lang="en-US"/>
        </a:p>
      </dgm:t>
    </dgm:pt>
    <dgm:pt modelId="{7AB027F5-0BF1-4F4B-AFEB-CB8B52F73A58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b="1" dirty="0"/>
            <a:t>May come from any site</a:t>
          </a:r>
        </a:p>
      </dgm:t>
    </dgm:pt>
    <dgm:pt modelId="{813C148D-9471-4511-B4B0-A317769FFD24}" type="parTrans" cxnId="{170960A0-06C5-4CD9-9A98-DA68DFAE576E}">
      <dgm:prSet/>
      <dgm:spPr/>
      <dgm:t>
        <a:bodyPr/>
        <a:lstStyle/>
        <a:p>
          <a:endParaRPr lang="en-US"/>
        </a:p>
      </dgm:t>
    </dgm:pt>
    <dgm:pt modelId="{FC0740C8-33BE-4F88-9DB7-D78A64AA4769}" type="sibTrans" cxnId="{170960A0-06C5-4CD9-9A98-DA68DFAE576E}">
      <dgm:prSet/>
      <dgm:spPr/>
      <dgm:t>
        <a:bodyPr/>
        <a:lstStyle/>
        <a:p>
          <a:endParaRPr lang="en-US"/>
        </a:p>
      </dgm:t>
    </dgm:pt>
    <dgm:pt modelId="{504D8FF2-03E0-47F8-8D78-A00FAAD6ED35}" type="pres">
      <dgm:prSet presAssocID="{59D6B740-D96B-49DC-AB27-902D3FCBCB75}" presName="diagram" presStyleCnt="0">
        <dgm:presLayoutVars>
          <dgm:dir/>
          <dgm:resizeHandles val="exact"/>
        </dgm:presLayoutVars>
      </dgm:prSet>
      <dgm:spPr/>
    </dgm:pt>
    <dgm:pt modelId="{803E7900-DB74-4FDF-81E9-84A66B9F4DED}" type="pres">
      <dgm:prSet presAssocID="{D80377C2-12C4-49E9-8E2A-058C805A1160}" presName="arrow" presStyleLbl="node1" presStyleIdx="0" presStyleCnt="2">
        <dgm:presLayoutVars>
          <dgm:bulletEnabled val="1"/>
        </dgm:presLayoutVars>
      </dgm:prSet>
      <dgm:spPr/>
    </dgm:pt>
    <dgm:pt modelId="{8A41F84A-7B82-4000-A6B2-B6874A2A3C71}" type="pres">
      <dgm:prSet presAssocID="{471E1DD3-CD9E-4FDA-AC0A-5675789514D9}" presName="arrow" presStyleLbl="node1" presStyleIdx="1" presStyleCnt="2">
        <dgm:presLayoutVars>
          <dgm:bulletEnabled val="1"/>
        </dgm:presLayoutVars>
      </dgm:prSet>
      <dgm:spPr/>
    </dgm:pt>
  </dgm:ptLst>
  <dgm:cxnLst>
    <dgm:cxn modelId="{E64B0307-DE42-41AB-92AC-5811F7C0B686}" type="presOf" srcId="{471E1DD3-CD9E-4FDA-AC0A-5675789514D9}" destId="{8A41F84A-7B82-4000-A6B2-B6874A2A3C71}" srcOrd="0" destOrd="0" presId="urn:microsoft.com/office/officeart/2005/8/layout/arrow5"/>
    <dgm:cxn modelId="{FE01600A-8858-47E1-A80B-E57CB560EA1A}" type="presOf" srcId="{A5606944-25B3-49AC-976F-3E8660E30A9C}" destId="{803E7900-DB74-4FDF-81E9-84A66B9F4DED}" srcOrd="0" destOrd="4" presId="urn:microsoft.com/office/officeart/2005/8/layout/arrow5"/>
    <dgm:cxn modelId="{E3D35B29-1981-4362-9FA3-1A856CA4AA7E}" type="presOf" srcId="{59D6B740-D96B-49DC-AB27-902D3FCBCB75}" destId="{504D8FF2-03E0-47F8-8D78-A00FAAD6ED35}" srcOrd="0" destOrd="0" presId="urn:microsoft.com/office/officeart/2005/8/layout/arrow5"/>
    <dgm:cxn modelId="{FC14005C-C640-4194-AFCE-CC77D51EB9EF}" type="presOf" srcId="{1FBE3FAB-39AD-4000-8D45-79172826DF0F}" destId="{803E7900-DB74-4FDF-81E9-84A66B9F4DED}" srcOrd="0" destOrd="3" presId="urn:microsoft.com/office/officeart/2005/8/layout/arrow5"/>
    <dgm:cxn modelId="{CDA11A5E-E667-4BFF-83B6-8E6ACA3CAE9F}" srcId="{D80377C2-12C4-49E9-8E2A-058C805A1160}" destId="{9E29ACD0-599A-4C04-8244-3C55B2FD920B}" srcOrd="0" destOrd="0" parTransId="{173CD06B-F5F8-475D-A4CF-120AAB854D9B}" sibTransId="{5DA9800E-6EDA-4487-9B24-6676F919C65C}"/>
    <dgm:cxn modelId="{B2A61A60-A825-4B40-8522-CEE6CE03ED78}" type="presOf" srcId="{737055AA-1509-47F8-8394-2953C765E69D}" destId="{803E7900-DB74-4FDF-81E9-84A66B9F4DED}" srcOrd="0" destOrd="2" presId="urn:microsoft.com/office/officeart/2005/8/layout/arrow5"/>
    <dgm:cxn modelId="{C0337C66-7356-41B2-99C1-35987DB30C66}" srcId="{59D6B740-D96B-49DC-AB27-902D3FCBCB75}" destId="{471E1DD3-CD9E-4FDA-AC0A-5675789514D9}" srcOrd="1" destOrd="0" parTransId="{2ECD60EF-E79E-4F40-B73B-A2E066E8F496}" sibTransId="{6F68EEF5-D1AD-4843-92B8-7BB6B9ECE5D7}"/>
    <dgm:cxn modelId="{28BAC087-5B51-41FF-82C3-D42D9CC2BA6F}" srcId="{471E1DD3-CD9E-4FDA-AC0A-5675789514D9}" destId="{A54617A9-5423-42CF-921B-8C9AC42C639F}" srcOrd="0" destOrd="0" parTransId="{7D4C000A-BB35-4F9A-9500-E149AA7ECCE0}" sibTransId="{EBCC1ED3-E71D-4242-A944-DDC97A1ADF00}"/>
    <dgm:cxn modelId="{D3AC0888-9490-493C-B957-0CE4206FA6D3}" type="presOf" srcId="{D80377C2-12C4-49E9-8E2A-058C805A1160}" destId="{803E7900-DB74-4FDF-81E9-84A66B9F4DED}" srcOrd="0" destOrd="0" presId="urn:microsoft.com/office/officeart/2005/8/layout/arrow5"/>
    <dgm:cxn modelId="{60371A8E-C422-4CD0-9E8A-AEC25EF7CA0C}" srcId="{D80377C2-12C4-49E9-8E2A-058C805A1160}" destId="{A5606944-25B3-49AC-976F-3E8660E30A9C}" srcOrd="3" destOrd="0" parTransId="{90F94E80-744E-4915-B4E3-5A19ECF11530}" sibTransId="{B48F612F-B7D5-42F8-919F-F669A08AE770}"/>
    <dgm:cxn modelId="{BF15748E-57FC-4EF5-9A21-FA1794F3B63A}" srcId="{D80377C2-12C4-49E9-8E2A-058C805A1160}" destId="{1FBE3FAB-39AD-4000-8D45-79172826DF0F}" srcOrd="2" destOrd="0" parTransId="{F644D651-1B8A-4D8E-A66B-17D9D396C34F}" sibTransId="{C3D20DB3-431F-427B-9A2E-3430960A45C3}"/>
    <dgm:cxn modelId="{BAC29599-B19F-4FA6-BCBB-3ECC9031A3E2}" type="presOf" srcId="{9E29ACD0-599A-4C04-8244-3C55B2FD920B}" destId="{803E7900-DB74-4FDF-81E9-84A66B9F4DED}" srcOrd="0" destOrd="1" presId="urn:microsoft.com/office/officeart/2005/8/layout/arrow5"/>
    <dgm:cxn modelId="{C6C8CA9C-DBD0-4953-84A1-0E58AF7C7DCA}" type="presOf" srcId="{A54617A9-5423-42CF-921B-8C9AC42C639F}" destId="{8A41F84A-7B82-4000-A6B2-B6874A2A3C71}" srcOrd="0" destOrd="1" presId="urn:microsoft.com/office/officeart/2005/8/layout/arrow5"/>
    <dgm:cxn modelId="{170960A0-06C5-4CD9-9A98-DA68DFAE576E}" srcId="{471E1DD3-CD9E-4FDA-AC0A-5675789514D9}" destId="{7AB027F5-0BF1-4F4B-AFEB-CB8B52F73A58}" srcOrd="3" destOrd="0" parTransId="{813C148D-9471-4511-B4B0-A317769FFD24}" sibTransId="{FC0740C8-33BE-4F88-9DB7-D78A64AA4769}"/>
    <dgm:cxn modelId="{7500AFA1-2C55-4EE0-A909-F8CF736581CE}" srcId="{471E1DD3-CD9E-4FDA-AC0A-5675789514D9}" destId="{058EE3D7-CE86-4B93-A995-9C7B392DE498}" srcOrd="2" destOrd="0" parTransId="{9FEBAD49-B1F9-4BA8-B7BF-7FF19FCF3606}" sibTransId="{4518259B-4762-4A1A-B276-8BD3C04E344A}"/>
    <dgm:cxn modelId="{787E57BC-0C7D-4869-A522-8A1C3225B52E}" srcId="{59D6B740-D96B-49DC-AB27-902D3FCBCB75}" destId="{D80377C2-12C4-49E9-8E2A-058C805A1160}" srcOrd="0" destOrd="0" parTransId="{168FDEEB-7DDC-463D-B743-407983A40918}" sibTransId="{FDC98F64-054C-4DB0-AC7A-D2C4FB7A51B9}"/>
    <dgm:cxn modelId="{5785BBD0-2489-442C-A33F-26351056E290}" srcId="{471E1DD3-CD9E-4FDA-AC0A-5675789514D9}" destId="{B8866D3F-63B2-45FD-B887-E6A229AD6C87}" srcOrd="1" destOrd="0" parTransId="{9DFF29F0-FA75-4797-A473-2AFD9276AC1E}" sibTransId="{B686A0A5-96C1-43CC-9056-75617FB36C20}"/>
    <dgm:cxn modelId="{2FAF08D5-3EA8-4749-BCD5-C41A9FD08DEE}" type="presOf" srcId="{058EE3D7-CE86-4B93-A995-9C7B392DE498}" destId="{8A41F84A-7B82-4000-A6B2-B6874A2A3C71}" srcOrd="0" destOrd="3" presId="urn:microsoft.com/office/officeart/2005/8/layout/arrow5"/>
    <dgm:cxn modelId="{0BBE54E4-BD95-4392-93D1-31094DB83A31}" type="presOf" srcId="{B8866D3F-63B2-45FD-B887-E6A229AD6C87}" destId="{8A41F84A-7B82-4000-A6B2-B6874A2A3C71}" srcOrd="0" destOrd="2" presId="urn:microsoft.com/office/officeart/2005/8/layout/arrow5"/>
    <dgm:cxn modelId="{E79EB6E8-5C12-43F7-B317-5BF250759D3D}" srcId="{D80377C2-12C4-49E9-8E2A-058C805A1160}" destId="{737055AA-1509-47F8-8394-2953C765E69D}" srcOrd="1" destOrd="0" parTransId="{F1DB9B24-F12C-42DF-9A3D-36F910099E6D}" sibTransId="{A39F407F-0DF5-4AC7-80A4-DE1F2BD5F200}"/>
    <dgm:cxn modelId="{9481ADF1-8E18-40CA-B8C4-E9F1A638A94A}" type="presOf" srcId="{7AB027F5-0BF1-4F4B-AFEB-CB8B52F73A58}" destId="{8A41F84A-7B82-4000-A6B2-B6874A2A3C71}" srcOrd="0" destOrd="4" presId="urn:microsoft.com/office/officeart/2005/8/layout/arrow5"/>
    <dgm:cxn modelId="{B4ED7789-AE96-492A-BEAF-BDD5F01FBCBD}" type="presParOf" srcId="{504D8FF2-03E0-47F8-8D78-A00FAAD6ED35}" destId="{803E7900-DB74-4FDF-81E9-84A66B9F4DED}" srcOrd="0" destOrd="0" presId="urn:microsoft.com/office/officeart/2005/8/layout/arrow5"/>
    <dgm:cxn modelId="{76EF3555-4719-4E88-B908-51FBEBCF2049}" type="presParOf" srcId="{504D8FF2-03E0-47F8-8D78-A00FAAD6ED35}" destId="{8A41F84A-7B82-4000-A6B2-B6874A2A3C71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A137A4C-A336-4605-AC80-BB8DF6729C35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8ED76E4-2883-4083-961C-8D1B7DCC3E71}">
      <dgm:prSet/>
      <dgm:spPr/>
      <dgm:t>
        <a:bodyPr/>
        <a:lstStyle/>
        <a:p>
          <a:r>
            <a:rPr lang="en-US" dirty="0"/>
            <a:t>Demographics vary by state to reflect changes in those populations</a:t>
          </a:r>
        </a:p>
      </dgm:t>
    </dgm:pt>
    <dgm:pt modelId="{88E541DB-4E0D-45A3-86B5-8D59912405B4}" type="parTrans" cxnId="{29806CA8-EB40-4EAC-AF63-9B2D513D4EDA}">
      <dgm:prSet/>
      <dgm:spPr/>
      <dgm:t>
        <a:bodyPr/>
        <a:lstStyle/>
        <a:p>
          <a:endParaRPr lang="en-US"/>
        </a:p>
      </dgm:t>
    </dgm:pt>
    <dgm:pt modelId="{1680D64A-7819-4119-BFFE-BC80812D08EB}" type="sibTrans" cxnId="{29806CA8-EB40-4EAC-AF63-9B2D513D4EDA}">
      <dgm:prSet/>
      <dgm:spPr/>
      <dgm:t>
        <a:bodyPr/>
        <a:lstStyle/>
        <a:p>
          <a:endParaRPr lang="en-US"/>
        </a:p>
      </dgm:t>
    </dgm:pt>
    <dgm:pt modelId="{402BE6BE-00BB-4F4C-9A19-01A74B85D89E}">
      <dgm:prSet/>
      <dgm:spPr/>
      <dgm:t>
        <a:bodyPr/>
        <a:lstStyle/>
        <a:p>
          <a:r>
            <a:rPr lang="en-US" dirty="0"/>
            <a:t>Screens taken vary by region</a:t>
          </a:r>
        </a:p>
      </dgm:t>
    </dgm:pt>
    <dgm:pt modelId="{9CAA3D80-536F-4CB3-A1A1-F9A3AB942D6F}" type="parTrans" cxnId="{BFF357C1-E983-4151-859B-8C0FDD2977DC}">
      <dgm:prSet/>
      <dgm:spPr/>
      <dgm:t>
        <a:bodyPr/>
        <a:lstStyle/>
        <a:p>
          <a:endParaRPr lang="en-US"/>
        </a:p>
      </dgm:t>
    </dgm:pt>
    <dgm:pt modelId="{2AC2F7B0-883B-40E5-AF24-268B4B6EF5EE}" type="sibTrans" cxnId="{BFF357C1-E983-4151-859B-8C0FDD2977DC}">
      <dgm:prSet/>
      <dgm:spPr/>
      <dgm:t>
        <a:bodyPr/>
        <a:lstStyle/>
        <a:p>
          <a:endParaRPr lang="en-US"/>
        </a:p>
      </dgm:t>
    </dgm:pt>
    <dgm:pt modelId="{6AFE9E5D-5B81-45C6-B14F-4734D71BF284}">
      <dgm:prSet/>
      <dgm:spPr/>
      <dgm:t>
        <a:bodyPr/>
        <a:lstStyle/>
        <a:p>
          <a:r>
            <a:rPr lang="en-US" dirty="0"/>
            <a:t>Local requests for help</a:t>
          </a:r>
        </a:p>
      </dgm:t>
    </dgm:pt>
    <dgm:pt modelId="{DAC5F870-2908-4341-A51F-1BF97D8464A7}" type="parTrans" cxnId="{E7A03B86-F4CA-44D5-A9E9-FF799AF56B9F}">
      <dgm:prSet/>
      <dgm:spPr/>
      <dgm:t>
        <a:bodyPr/>
        <a:lstStyle/>
        <a:p>
          <a:endParaRPr lang="en-US"/>
        </a:p>
      </dgm:t>
    </dgm:pt>
    <dgm:pt modelId="{AF435195-79FC-458A-BEC9-2DBC1AF3D132}" type="sibTrans" cxnId="{E7A03B86-F4CA-44D5-A9E9-FF799AF56B9F}">
      <dgm:prSet/>
      <dgm:spPr/>
      <dgm:t>
        <a:bodyPr/>
        <a:lstStyle/>
        <a:p>
          <a:endParaRPr lang="en-US"/>
        </a:p>
      </dgm:t>
    </dgm:pt>
    <dgm:pt modelId="{22340F22-59F9-4666-8372-481F547CE668}" type="pres">
      <dgm:prSet presAssocID="{7A137A4C-A336-4605-AC80-BB8DF6729C35}" presName="Name0" presStyleCnt="0">
        <dgm:presLayoutVars>
          <dgm:chMax val="7"/>
          <dgm:chPref val="7"/>
          <dgm:dir/>
        </dgm:presLayoutVars>
      </dgm:prSet>
      <dgm:spPr/>
    </dgm:pt>
    <dgm:pt modelId="{8498FF49-A17A-4749-8AFB-9D58652ECB2E}" type="pres">
      <dgm:prSet presAssocID="{7A137A4C-A336-4605-AC80-BB8DF6729C35}" presName="Name1" presStyleCnt="0"/>
      <dgm:spPr/>
    </dgm:pt>
    <dgm:pt modelId="{68F299D7-C37E-47B7-88CA-78D7764702DC}" type="pres">
      <dgm:prSet presAssocID="{7A137A4C-A336-4605-AC80-BB8DF6729C35}" presName="cycle" presStyleCnt="0"/>
      <dgm:spPr/>
    </dgm:pt>
    <dgm:pt modelId="{E9E975F3-FBFC-4B8C-B7A4-86D1E6EC9B0F}" type="pres">
      <dgm:prSet presAssocID="{7A137A4C-A336-4605-AC80-BB8DF6729C35}" presName="srcNode" presStyleLbl="node1" presStyleIdx="0" presStyleCnt="3"/>
      <dgm:spPr/>
    </dgm:pt>
    <dgm:pt modelId="{DF6ADD40-CF6A-4181-BE0C-A1D8397BCA5E}" type="pres">
      <dgm:prSet presAssocID="{7A137A4C-A336-4605-AC80-BB8DF6729C35}" presName="conn" presStyleLbl="parChTrans1D2" presStyleIdx="0" presStyleCnt="1"/>
      <dgm:spPr/>
    </dgm:pt>
    <dgm:pt modelId="{0D44CC54-61D5-470B-A2B9-67F3AF4CCB17}" type="pres">
      <dgm:prSet presAssocID="{7A137A4C-A336-4605-AC80-BB8DF6729C35}" presName="extraNode" presStyleLbl="node1" presStyleIdx="0" presStyleCnt="3"/>
      <dgm:spPr/>
    </dgm:pt>
    <dgm:pt modelId="{FEA970B6-1B2D-402E-A788-2C8660FC59B8}" type="pres">
      <dgm:prSet presAssocID="{7A137A4C-A336-4605-AC80-BB8DF6729C35}" presName="dstNode" presStyleLbl="node1" presStyleIdx="0" presStyleCnt="3"/>
      <dgm:spPr/>
    </dgm:pt>
    <dgm:pt modelId="{2B170412-619B-4F8F-B49B-ADE8D8BFB4AD}" type="pres">
      <dgm:prSet presAssocID="{48ED76E4-2883-4083-961C-8D1B7DCC3E71}" presName="text_1" presStyleLbl="node1" presStyleIdx="0" presStyleCnt="3">
        <dgm:presLayoutVars>
          <dgm:bulletEnabled val="1"/>
        </dgm:presLayoutVars>
      </dgm:prSet>
      <dgm:spPr/>
    </dgm:pt>
    <dgm:pt modelId="{D500EE7A-CB3D-40FA-B42A-5BE477909E96}" type="pres">
      <dgm:prSet presAssocID="{48ED76E4-2883-4083-961C-8D1B7DCC3E71}" presName="accent_1" presStyleCnt="0"/>
      <dgm:spPr/>
    </dgm:pt>
    <dgm:pt modelId="{8BDFD1D9-8073-4380-A107-4D98601F8153}" type="pres">
      <dgm:prSet presAssocID="{48ED76E4-2883-4083-961C-8D1B7DCC3E71}" presName="accentRepeatNode" presStyleLbl="solidFgAcc1" presStyleIdx="0" presStyleCnt="3"/>
      <dgm:spPr/>
    </dgm:pt>
    <dgm:pt modelId="{DE13541D-C06A-4703-A1F1-059ED774155A}" type="pres">
      <dgm:prSet presAssocID="{402BE6BE-00BB-4F4C-9A19-01A74B85D89E}" presName="text_2" presStyleLbl="node1" presStyleIdx="1" presStyleCnt="3">
        <dgm:presLayoutVars>
          <dgm:bulletEnabled val="1"/>
        </dgm:presLayoutVars>
      </dgm:prSet>
      <dgm:spPr/>
    </dgm:pt>
    <dgm:pt modelId="{AA77639B-9973-4F58-97BA-9112E48FB572}" type="pres">
      <dgm:prSet presAssocID="{402BE6BE-00BB-4F4C-9A19-01A74B85D89E}" presName="accent_2" presStyleCnt="0"/>
      <dgm:spPr/>
    </dgm:pt>
    <dgm:pt modelId="{39F3EC48-EB49-4AD1-924B-4BC10D813A33}" type="pres">
      <dgm:prSet presAssocID="{402BE6BE-00BB-4F4C-9A19-01A74B85D89E}" presName="accentRepeatNode" presStyleLbl="solidFgAcc1" presStyleIdx="1" presStyleCnt="3"/>
      <dgm:spPr/>
    </dgm:pt>
    <dgm:pt modelId="{B36EC088-BFAB-4535-88AB-9043CB75791F}" type="pres">
      <dgm:prSet presAssocID="{6AFE9E5D-5B81-45C6-B14F-4734D71BF284}" presName="text_3" presStyleLbl="node1" presStyleIdx="2" presStyleCnt="3">
        <dgm:presLayoutVars>
          <dgm:bulletEnabled val="1"/>
        </dgm:presLayoutVars>
      </dgm:prSet>
      <dgm:spPr/>
    </dgm:pt>
    <dgm:pt modelId="{FCB3036D-BB0F-4FE0-A4BD-CD37CE4F1C2A}" type="pres">
      <dgm:prSet presAssocID="{6AFE9E5D-5B81-45C6-B14F-4734D71BF284}" presName="accent_3" presStyleCnt="0"/>
      <dgm:spPr/>
    </dgm:pt>
    <dgm:pt modelId="{D709F3C1-6722-414F-9CE8-4E28C915DDA0}" type="pres">
      <dgm:prSet presAssocID="{6AFE9E5D-5B81-45C6-B14F-4734D71BF284}" presName="accentRepeatNode" presStyleLbl="solidFgAcc1" presStyleIdx="2" presStyleCnt="3"/>
      <dgm:spPr/>
    </dgm:pt>
  </dgm:ptLst>
  <dgm:cxnLst>
    <dgm:cxn modelId="{95B5D523-8475-422A-93BB-B37B6DDE812A}" type="presOf" srcId="{1680D64A-7819-4119-BFFE-BC80812D08EB}" destId="{DF6ADD40-CF6A-4181-BE0C-A1D8397BCA5E}" srcOrd="0" destOrd="0" presId="urn:microsoft.com/office/officeart/2008/layout/VerticalCurvedList"/>
    <dgm:cxn modelId="{F3C63533-387E-4907-9685-4AAE7171F8E5}" type="presOf" srcId="{7A137A4C-A336-4605-AC80-BB8DF6729C35}" destId="{22340F22-59F9-4666-8372-481F547CE668}" srcOrd="0" destOrd="0" presId="urn:microsoft.com/office/officeart/2008/layout/VerticalCurvedList"/>
    <dgm:cxn modelId="{77330B65-2576-4138-BBE4-23B1CC9F0BCE}" type="presOf" srcId="{6AFE9E5D-5B81-45C6-B14F-4734D71BF284}" destId="{B36EC088-BFAB-4535-88AB-9043CB75791F}" srcOrd="0" destOrd="0" presId="urn:microsoft.com/office/officeart/2008/layout/VerticalCurvedList"/>
    <dgm:cxn modelId="{E7A03B86-F4CA-44D5-A9E9-FF799AF56B9F}" srcId="{7A137A4C-A336-4605-AC80-BB8DF6729C35}" destId="{6AFE9E5D-5B81-45C6-B14F-4734D71BF284}" srcOrd="2" destOrd="0" parTransId="{DAC5F870-2908-4341-A51F-1BF97D8464A7}" sibTransId="{AF435195-79FC-458A-BEC9-2DBC1AF3D132}"/>
    <dgm:cxn modelId="{29806CA8-EB40-4EAC-AF63-9B2D513D4EDA}" srcId="{7A137A4C-A336-4605-AC80-BB8DF6729C35}" destId="{48ED76E4-2883-4083-961C-8D1B7DCC3E71}" srcOrd="0" destOrd="0" parTransId="{88E541DB-4E0D-45A3-86B5-8D59912405B4}" sibTransId="{1680D64A-7819-4119-BFFE-BC80812D08EB}"/>
    <dgm:cxn modelId="{BFF357C1-E983-4151-859B-8C0FDD2977DC}" srcId="{7A137A4C-A336-4605-AC80-BB8DF6729C35}" destId="{402BE6BE-00BB-4F4C-9A19-01A74B85D89E}" srcOrd="1" destOrd="0" parTransId="{9CAA3D80-536F-4CB3-A1A1-F9A3AB942D6F}" sibTransId="{2AC2F7B0-883B-40E5-AF24-268B4B6EF5EE}"/>
    <dgm:cxn modelId="{E60DA3D1-85FC-479D-93F4-4D45B54619F6}" type="presOf" srcId="{48ED76E4-2883-4083-961C-8D1B7DCC3E71}" destId="{2B170412-619B-4F8F-B49B-ADE8D8BFB4AD}" srcOrd="0" destOrd="0" presId="urn:microsoft.com/office/officeart/2008/layout/VerticalCurvedList"/>
    <dgm:cxn modelId="{3877B9E7-0181-4502-ACFF-A69643ACAEC0}" type="presOf" srcId="{402BE6BE-00BB-4F4C-9A19-01A74B85D89E}" destId="{DE13541D-C06A-4703-A1F1-059ED774155A}" srcOrd="0" destOrd="0" presId="urn:microsoft.com/office/officeart/2008/layout/VerticalCurvedList"/>
    <dgm:cxn modelId="{A9DCADE2-A4BB-40BF-9AAA-BFC55A87C30C}" type="presParOf" srcId="{22340F22-59F9-4666-8372-481F547CE668}" destId="{8498FF49-A17A-4749-8AFB-9D58652ECB2E}" srcOrd="0" destOrd="0" presId="urn:microsoft.com/office/officeart/2008/layout/VerticalCurvedList"/>
    <dgm:cxn modelId="{C71556C3-5787-4B1E-A01E-4F5D1B7DBD4C}" type="presParOf" srcId="{8498FF49-A17A-4749-8AFB-9D58652ECB2E}" destId="{68F299D7-C37E-47B7-88CA-78D7764702DC}" srcOrd="0" destOrd="0" presId="urn:microsoft.com/office/officeart/2008/layout/VerticalCurvedList"/>
    <dgm:cxn modelId="{D1E48E89-3743-4F55-8A82-401B5CD3DF6A}" type="presParOf" srcId="{68F299D7-C37E-47B7-88CA-78D7764702DC}" destId="{E9E975F3-FBFC-4B8C-B7A4-86D1E6EC9B0F}" srcOrd="0" destOrd="0" presId="urn:microsoft.com/office/officeart/2008/layout/VerticalCurvedList"/>
    <dgm:cxn modelId="{F2766345-99A0-4BEC-82FE-F45E31E90475}" type="presParOf" srcId="{68F299D7-C37E-47B7-88CA-78D7764702DC}" destId="{DF6ADD40-CF6A-4181-BE0C-A1D8397BCA5E}" srcOrd="1" destOrd="0" presId="urn:microsoft.com/office/officeart/2008/layout/VerticalCurvedList"/>
    <dgm:cxn modelId="{F4C09D7E-A139-4C02-BB33-B84FC3FA7E36}" type="presParOf" srcId="{68F299D7-C37E-47B7-88CA-78D7764702DC}" destId="{0D44CC54-61D5-470B-A2B9-67F3AF4CCB17}" srcOrd="2" destOrd="0" presId="urn:microsoft.com/office/officeart/2008/layout/VerticalCurvedList"/>
    <dgm:cxn modelId="{D996BB85-BDBC-4F6B-8C89-BDB6944B89F4}" type="presParOf" srcId="{68F299D7-C37E-47B7-88CA-78D7764702DC}" destId="{FEA970B6-1B2D-402E-A788-2C8660FC59B8}" srcOrd="3" destOrd="0" presId="urn:microsoft.com/office/officeart/2008/layout/VerticalCurvedList"/>
    <dgm:cxn modelId="{08456090-7EB3-4867-8A8F-1AB78EA16AEF}" type="presParOf" srcId="{8498FF49-A17A-4749-8AFB-9D58652ECB2E}" destId="{2B170412-619B-4F8F-B49B-ADE8D8BFB4AD}" srcOrd="1" destOrd="0" presId="urn:microsoft.com/office/officeart/2008/layout/VerticalCurvedList"/>
    <dgm:cxn modelId="{07387BFA-C57E-4A3D-BD88-EB2402127068}" type="presParOf" srcId="{8498FF49-A17A-4749-8AFB-9D58652ECB2E}" destId="{D500EE7A-CB3D-40FA-B42A-5BE477909E96}" srcOrd="2" destOrd="0" presId="urn:microsoft.com/office/officeart/2008/layout/VerticalCurvedList"/>
    <dgm:cxn modelId="{DD212706-7C19-476B-BB22-9B2E55189DB1}" type="presParOf" srcId="{D500EE7A-CB3D-40FA-B42A-5BE477909E96}" destId="{8BDFD1D9-8073-4380-A107-4D98601F8153}" srcOrd="0" destOrd="0" presId="urn:microsoft.com/office/officeart/2008/layout/VerticalCurvedList"/>
    <dgm:cxn modelId="{BAB3BF50-7538-4942-90A7-711AFE92235B}" type="presParOf" srcId="{8498FF49-A17A-4749-8AFB-9D58652ECB2E}" destId="{DE13541D-C06A-4703-A1F1-059ED774155A}" srcOrd="3" destOrd="0" presId="urn:microsoft.com/office/officeart/2008/layout/VerticalCurvedList"/>
    <dgm:cxn modelId="{527C2E4A-0837-4ADC-9F0C-474FF04BEF7D}" type="presParOf" srcId="{8498FF49-A17A-4749-8AFB-9D58652ECB2E}" destId="{AA77639B-9973-4F58-97BA-9112E48FB572}" srcOrd="4" destOrd="0" presId="urn:microsoft.com/office/officeart/2008/layout/VerticalCurvedList"/>
    <dgm:cxn modelId="{46CAB4A3-10C5-4090-8EC0-0A375C0F12DE}" type="presParOf" srcId="{AA77639B-9973-4F58-97BA-9112E48FB572}" destId="{39F3EC48-EB49-4AD1-924B-4BC10D813A33}" srcOrd="0" destOrd="0" presId="urn:microsoft.com/office/officeart/2008/layout/VerticalCurvedList"/>
    <dgm:cxn modelId="{8063C48B-1804-4942-A7F4-CB9033871245}" type="presParOf" srcId="{8498FF49-A17A-4749-8AFB-9D58652ECB2E}" destId="{B36EC088-BFAB-4535-88AB-9043CB75791F}" srcOrd="5" destOrd="0" presId="urn:microsoft.com/office/officeart/2008/layout/VerticalCurvedList"/>
    <dgm:cxn modelId="{3A29868D-0DCF-4CA8-AB33-8DE3AA0F0988}" type="presParOf" srcId="{8498FF49-A17A-4749-8AFB-9D58652ECB2E}" destId="{FCB3036D-BB0F-4FE0-A4BD-CD37CE4F1C2A}" srcOrd="6" destOrd="0" presId="urn:microsoft.com/office/officeart/2008/layout/VerticalCurvedList"/>
    <dgm:cxn modelId="{FF272FC1-6FB5-4AAB-AC0A-822ABD00796B}" type="presParOf" srcId="{FCB3036D-BB0F-4FE0-A4BD-CD37CE4F1C2A}" destId="{D709F3C1-6722-414F-9CE8-4E28C915DDA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23A53-8791-4A68-BFCA-0EE730170F91}">
      <dsp:nvSpPr>
        <dsp:cNvPr id="0" name=""/>
        <dsp:cNvSpPr/>
      </dsp:nvSpPr>
      <dsp:spPr>
        <a:xfrm>
          <a:off x="1255752" y="0"/>
          <a:ext cx="14231858" cy="807720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93C54-15C7-49EF-BDEE-E7FCE9B9E529}">
      <dsp:nvSpPr>
        <dsp:cNvPr id="0" name=""/>
        <dsp:cNvSpPr/>
      </dsp:nvSpPr>
      <dsp:spPr>
        <a:xfrm>
          <a:off x="5722" y="2423160"/>
          <a:ext cx="3829799" cy="323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Screening Statistics</a:t>
          </a:r>
        </a:p>
      </dsp:txBody>
      <dsp:txXfrm>
        <a:off x="163441" y="2580879"/>
        <a:ext cx="3514361" cy="2915442"/>
      </dsp:txXfrm>
    </dsp:sp>
    <dsp:sp modelId="{2EE297C0-A392-4C1A-B0A3-169CDCB74E5E}">
      <dsp:nvSpPr>
        <dsp:cNvPr id="0" name=""/>
        <dsp:cNvSpPr/>
      </dsp:nvSpPr>
      <dsp:spPr>
        <a:xfrm>
          <a:off x="4306428" y="2423160"/>
          <a:ext cx="3829799" cy="323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Advanced Analysis</a:t>
          </a:r>
        </a:p>
      </dsp:txBody>
      <dsp:txXfrm>
        <a:off x="4464147" y="2580879"/>
        <a:ext cx="3514361" cy="2915442"/>
      </dsp:txXfrm>
    </dsp:sp>
    <dsp:sp modelId="{9309D52C-8884-4704-A79C-5540BEC125C8}">
      <dsp:nvSpPr>
        <dsp:cNvPr id="0" name=""/>
        <dsp:cNvSpPr/>
      </dsp:nvSpPr>
      <dsp:spPr>
        <a:xfrm>
          <a:off x="8607135" y="2423160"/>
          <a:ext cx="3829799" cy="323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Screening to Supports</a:t>
          </a:r>
          <a:endParaRPr lang="en-US" sz="4600" kern="1200" dirty="0"/>
        </a:p>
      </dsp:txBody>
      <dsp:txXfrm>
        <a:off x="8764854" y="2580879"/>
        <a:ext cx="3514361" cy="2915442"/>
      </dsp:txXfrm>
    </dsp:sp>
    <dsp:sp modelId="{A929813E-5F0E-443C-BB81-F626606F37AF}">
      <dsp:nvSpPr>
        <dsp:cNvPr id="0" name=""/>
        <dsp:cNvSpPr/>
      </dsp:nvSpPr>
      <dsp:spPr>
        <a:xfrm>
          <a:off x="12907841" y="2423160"/>
          <a:ext cx="3829799" cy="323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How can you use screening?</a:t>
          </a:r>
        </a:p>
      </dsp:txBody>
      <dsp:txXfrm>
        <a:off x="13065560" y="2580879"/>
        <a:ext cx="3514361" cy="2915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DCD37-40EC-4D9D-BB3A-4757C8838FEC}">
      <dsp:nvSpPr>
        <dsp:cNvPr id="0" name=""/>
        <dsp:cNvSpPr/>
      </dsp:nvSpPr>
      <dsp:spPr>
        <a:xfrm>
          <a:off x="0" y="0"/>
          <a:ext cx="16133200" cy="78806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u="none" kern="1200" dirty="0"/>
            <a:t>People who screen regularly are:</a:t>
          </a:r>
          <a:endParaRPr lang="en-US" sz="6500" u="none" kern="1200" dirty="0"/>
        </a:p>
      </dsp:txBody>
      <dsp:txXfrm>
        <a:off x="0" y="0"/>
        <a:ext cx="16133200" cy="4255538"/>
      </dsp:txXfrm>
    </dsp:sp>
    <dsp:sp modelId="{42831BF3-6D47-49C2-B349-083523BB1582}">
      <dsp:nvSpPr>
        <dsp:cNvPr id="0" name=""/>
        <dsp:cNvSpPr/>
      </dsp:nvSpPr>
      <dsp:spPr>
        <a:xfrm>
          <a:off x="7877" y="4097926"/>
          <a:ext cx="2686240" cy="362508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More attuned to their symptoms</a:t>
          </a:r>
          <a:endParaRPr lang="en-US" sz="2400" kern="1200" dirty="0"/>
        </a:p>
      </dsp:txBody>
      <dsp:txXfrm>
        <a:off x="7877" y="4097926"/>
        <a:ext cx="2686240" cy="3625088"/>
      </dsp:txXfrm>
    </dsp:sp>
    <dsp:sp modelId="{922E6E17-6F8A-42C7-957C-134B1E0431B7}">
      <dsp:nvSpPr>
        <dsp:cNvPr id="0" name=""/>
        <dsp:cNvSpPr/>
      </dsp:nvSpPr>
      <dsp:spPr>
        <a:xfrm>
          <a:off x="2694118" y="4097926"/>
          <a:ext cx="2686240" cy="362508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More knowledgeable about their conditions</a:t>
          </a:r>
          <a:endParaRPr lang="en-US" sz="2400" kern="1200" dirty="0"/>
        </a:p>
      </dsp:txBody>
      <dsp:txXfrm>
        <a:off x="2694118" y="4097926"/>
        <a:ext cx="2686240" cy="3625088"/>
      </dsp:txXfrm>
    </dsp:sp>
    <dsp:sp modelId="{8E2BC073-EA29-47A4-B816-29E70C8D57C5}">
      <dsp:nvSpPr>
        <dsp:cNvPr id="0" name=""/>
        <dsp:cNvSpPr/>
      </dsp:nvSpPr>
      <dsp:spPr>
        <a:xfrm>
          <a:off x="5380359" y="4097926"/>
          <a:ext cx="2686240" cy="362508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Better able to communicate with their provider</a:t>
          </a:r>
          <a:endParaRPr lang="en-US" sz="2400" kern="1200" dirty="0"/>
        </a:p>
      </dsp:txBody>
      <dsp:txXfrm>
        <a:off x="5380359" y="4097926"/>
        <a:ext cx="2686240" cy="3625088"/>
      </dsp:txXfrm>
    </dsp:sp>
    <dsp:sp modelId="{26BF03A9-BC05-48AE-918D-74AFBDE20D7C}">
      <dsp:nvSpPr>
        <dsp:cNvPr id="0" name=""/>
        <dsp:cNvSpPr/>
      </dsp:nvSpPr>
      <dsp:spPr>
        <a:xfrm>
          <a:off x="8066599" y="4097926"/>
          <a:ext cx="2686240" cy="362508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Able to recognize improvement early in treatment</a:t>
          </a:r>
          <a:endParaRPr lang="en-US" sz="2400" kern="1200" dirty="0"/>
        </a:p>
      </dsp:txBody>
      <dsp:txXfrm>
        <a:off x="8066599" y="4097926"/>
        <a:ext cx="2686240" cy="3625088"/>
      </dsp:txXfrm>
    </dsp:sp>
    <dsp:sp modelId="{6BBC46EB-BE91-44FF-9EFF-DD9170C1ED1F}">
      <dsp:nvSpPr>
        <dsp:cNvPr id="0" name=""/>
        <dsp:cNvSpPr/>
      </dsp:nvSpPr>
      <dsp:spPr>
        <a:xfrm>
          <a:off x="10752840" y="4097926"/>
          <a:ext cx="2686240" cy="3625088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More aware of the warning signs of relapse</a:t>
          </a:r>
          <a:endParaRPr lang="en-US" sz="2400" kern="1200" dirty="0"/>
        </a:p>
      </dsp:txBody>
      <dsp:txXfrm>
        <a:off x="10752840" y="4097926"/>
        <a:ext cx="2686240" cy="3625088"/>
      </dsp:txXfrm>
    </dsp:sp>
    <dsp:sp modelId="{21E6DFC7-741B-43EF-8693-77B3C6DB182F}">
      <dsp:nvSpPr>
        <dsp:cNvPr id="0" name=""/>
        <dsp:cNvSpPr/>
      </dsp:nvSpPr>
      <dsp:spPr>
        <a:xfrm>
          <a:off x="13439081" y="4097926"/>
          <a:ext cx="2686240" cy="362508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Better able to self-manage their illness.</a:t>
          </a:r>
          <a:endParaRPr lang="en-US" sz="2400" kern="1200" dirty="0"/>
        </a:p>
      </dsp:txBody>
      <dsp:txXfrm>
        <a:off x="13439081" y="4097926"/>
        <a:ext cx="2686240" cy="36250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26006-42FF-4229-B3D3-9C142A71240A}">
      <dsp:nvSpPr>
        <dsp:cNvPr id="0" name=""/>
        <dsp:cNvSpPr/>
      </dsp:nvSpPr>
      <dsp:spPr>
        <a:xfrm>
          <a:off x="0" y="0"/>
          <a:ext cx="12438888" cy="16459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Screening in primary care perceived as helpful 93% of the time</a:t>
          </a:r>
          <a:endParaRPr lang="en-US" sz="3500" kern="1200" dirty="0"/>
        </a:p>
      </dsp:txBody>
      <dsp:txXfrm>
        <a:off x="48207" y="48207"/>
        <a:ext cx="10470240" cy="1549506"/>
      </dsp:txXfrm>
    </dsp:sp>
    <dsp:sp modelId="{8F82B853-2771-457A-A618-3485B9EB0334}">
      <dsp:nvSpPr>
        <dsp:cNvPr id="0" name=""/>
        <dsp:cNvSpPr/>
      </dsp:nvSpPr>
      <dsp:spPr>
        <a:xfrm>
          <a:off x="928878" y="1874520"/>
          <a:ext cx="12438888" cy="164592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PCPs 3 times more likely to recognize mental illness symptoms and follow up</a:t>
          </a:r>
          <a:endParaRPr lang="en-US" sz="3500" kern="1200" dirty="0"/>
        </a:p>
      </dsp:txBody>
      <dsp:txXfrm>
        <a:off x="977085" y="1922727"/>
        <a:ext cx="10343748" cy="1549506"/>
      </dsp:txXfrm>
    </dsp:sp>
    <dsp:sp modelId="{89A93087-FFEF-44C8-A454-533F6BD4BE16}">
      <dsp:nvSpPr>
        <dsp:cNvPr id="0" name=""/>
        <dsp:cNvSpPr/>
      </dsp:nvSpPr>
      <dsp:spPr>
        <a:xfrm>
          <a:off x="1857756" y="3749040"/>
          <a:ext cx="12438888" cy="16459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Post-screening treatment changes were made 40% of the time</a:t>
          </a:r>
          <a:endParaRPr lang="en-US" sz="3500" kern="1200" dirty="0"/>
        </a:p>
      </dsp:txBody>
      <dsp:txXfrm>
        <a:off x="1905963" y="3797247"/>
        <a:ext cx="10343748" cy="1549506"/>
      </dsp:txXfrm>
    </dsp:sp>
    <dsp:sp modelId="{E4105731-7C40-43D3-A292-77D23C509EDC}">
      <dsp:nvSpPr>
        <dsp:cNvPr id="0" name=""/>
        <dsp:cNvSpPr/>
      </dsp:nvSpPr>
      <dsp:spPr>
        <a:xfrm>
          <a:off x="2786633" y="5623560"/>
          <a:ext cx="12438888" cy="16459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Positive benefits persist one year later</a:t>
          </a:r>
          <a:endParaRPr lang="en-US" sz="3500" kern="1200" dirty="0"/>
        </a:p>
      </dsp:txBody>
      <dsp:txXfrm>
        <a:off x="2834840" y="5671767"/>
        <a:ext cx="10343748" cy="1549506"/>
      </dsp:txXfrm>
    </dsp:sp>
    <dsp:sp modelId="{71060C32-732E-4570-9925-97B970F79E3F}">
      <dsp:nvSpPr>
        <dsp:cNvPr id="0" name=""/>
        <dsp:cNvSpPr/>
      </dsp:nvSpPr>
      <dsp:spPr>
        <a:xfrm>
          <a:off x="3715512" y="7498080"/>
          <a:ext cx="12438888" cy="164592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chemeClr val="tx1"/>
              </a:solidFill>
            </a:rPr>
            <a:t>Sources: Christensen, et al, 2005; </a:t>
          </a:r>
          <a:r>
            <a:rPr lang="en-US" sz="3500" kern="1200" dirty="0" err="1">
              <a:solidFill>
                <a:schemeClr val="tx1"/>
              </a:solidFill>
            </a:rPr>
            <a:t>Pignone</a:t>
          </a:r>
          <a:r>
            <a:rPr lang="en-US" sz="3500" kern="1200" dirty="0">
              <a:solidFill>
                <a:schemeClr val="tx1"/>
              </a:solidFill>
            </a:rPr>
            <a:t> et al, 2002; O’Connor et al, 2009; Duffy et al, 2009.</a:t>
          </a:r>
        </a:p>
      </dsp:txBody>
      <dsp:txXfrm>
        <a:off x="3763719" y="7546287"/>
        <a:ext cx="10343748" cy="1549506"/>
      </dsp:txXfrm>
    </dsp:sp>
    <dsp:sp modelId="{7BD2A2A3-3B5C-4405-9782-EC8DC4949082}">
      <dsp:nvSpPr>
        <dsp:cNvPr id="0" name=""/>
        <dsp:cNvSpPr/>
      </dsp:nvSpPr>
      <dsp:spPr>
        <a:xfrm>
          <a:off x="11369040" y="1202435"/>
          <a:ext cx="1069848" cy="10698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1609756" y="1202435"/>
        <a:ext cx="588416" cy="805061"/>
      </dsp:txXfrm>
    </dsp:sp>
    <dsp:sp modelId="{4A5D10BB-0A0E-4E2D-9C67-818A732C082E}">
      <dsp:nvSpPr>
        <dsp:cNvPr id="0" name=""/>
        <dsp:cNvSpPr/>
      </dsp:nvSpPr>
      <dsp:spPr>
        <a:xfrm>
          <a:off x="12297918" y="3076956"/>
          <a:ext cx="1069848" cy="106984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2538634" y="3076956"/>
        <a:ext cx="588416" cy="805061"/>
      </dsp:txXfrm>
    </dsp:sp>
    <dsp:sp modelId="{D532E3CD-891B-49BA-A35E-FB16B3DE5A44}">
      <dsp:nvSpPr>
        <dsp:cNvPr id="0" name=""/>
        <dsp:cNvSpPr/>
      </dsp:nvSpPr>
      <dsp:spPr>
        <a:xfrm>
          <a:off x="13226796" y="4924044"/>
          <a:ext cx="1069848" cy="106984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3467512" y="4924044"/>
        <a:ext cx="588416" cy="805061"/>
      </dsp:txXfrm>
    </dsp:sp>
    <dsp:sp modelId="{91ACBCB4-4E59-46D6-A8FA-E4884911A9FB}">
      <dsp:nvSpPr>
        <dsp:cNvPr id="0" name=""/>
        <dsp:cNvSpPr/>
      </dsp:nvSpPr>
      <dsp:spPr>
        <a:xfrm>
          <a:off x="14155674" y="6816852"/>
          <a:ext cx="1069848" cy="106984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4396390" y="6816852"/>
        <a:ext cx="588416" cy="8050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12207-D33A-4EE4-9FDD-D2B9F5660957}">
      <dsp:nvSpPr>
        <dsp:cNvPr id="0" name=""/>
        <dsp:cNvSpPr/>
      </dsp:nvSpPr>
      <dsp:spPr>
        <a:xfrm>
          <a:off x="-9816166" y="-1499529"/>
          <a:ext cx="11685859" cy="11685859"/>
        </a:xfrm>
        <a:prstGeom prst="blockArc">
          <a:avLst>
            <a:gd name="adj1" fmla="val 18900000"/>
            <a:gd name="adj2" fmla="val 2700000"/>
            <a:gd name="adj3" fmla="val 185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110D69-3ED5-4B43-B156-C0788EE232E1}">
      <dsp:nvSpPr>
        <dsp:cNvPr id="0" name=""/>
        <dsp:cNvSpPr/>
      </dsp:nvSpPr>
      <dsp:spPr>
        <a:xfrm>
          <a:off x="1205727" y="868680"/>
          <a:ext cx="14600194" cy="17373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9030" tIns="132080" rIns="132080" bIns="13208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/>
            <a:t>Big Data: New Insights into Help-Seeking, Not-Yet-Diagnosed Populations.</a:t>
          </a:r>
        </a:p>
      </dsp:txBody>
      <dsp:txXfrm>
        <a:off x="1205727" y="868680"/>
        <a:ext cx="14600194" cy="1737360"/>
      </dsp:txXfrm>
    </dsp:sp>
    <dsp:sp modelId="{AC10F409-AE95-4422-935B-13F5062C495E}">
      <dsp:nvSpPr>
        <dsp:cNvPr id="0" name=""/>
        <dsp:cNvSpPr/>
      </dsp:nvSpPr>
      <dsp:spPr>
        <a:xfrm>
          <a:off x="119877" y="651510"/>
          <a:ext cx="2171700" cy="2171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F7CF95-2647-4C00-811B-08DA1CE8261C}">
      <dsp:nvSpPr>
        <dsp:cNvPr id="0" name=""/>
        <dsp:cNvSpPr/>
      </dsp:nvSpPr>
      <dsp:spPr>
        <a:xfrm>
          <a:off x="1837258" y="3474720"/>
          <a:ext cx="13968663" cy="17373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9030" tIns="132080" rIns="132080" bIns="13208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/>
            <a:t>Planning and Evaluation: Special URLs for Population Tracking.</a:t>
          </a:r>
        </a:p>
      </dsp:txBody>
      <dsp:txXfrm>
        <a:off x="1837258" y="3474720"/>
        <a:ext cx="13968663" cy="1737360"/>
      </dsp:txXfrm>
    </dsp:sp>
    <dsp:sp modelId="{2D2B0282-58D2-4E9C-BC40-39689F287697}">
      <dsp:nvSpPr>
        <dsp:cNvPr id="0" name=""/>
        <dsp:cNvSpPr/>
      </dsp:nvSpPr>
      <dsp:spPr>
        <a:xfrm>
          <a:off x="751408" y="3257550"/>
          <a:ext cx="2171700" cy="2171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CBFD0-F02E-4FCD-933D-ACCD6AAD9F2E}">
      <dsp:nvSpPr>
        <dsp:cNvPr id="0" name=""/>
        <dsp:cNvSpPr/>
      </dsp:nvSpPr>
      <dsp:spPr>
        <a:xfrm>
          <a:off x="1205727" y="6080760"/>
          <a:ext cx="14600194" cy="17373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9030" tIns="132080" rIns="132080" bIns="13208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/>
            <a:t>Anticipating the Needs of Individuals and Delivering Targeted Services.</a:t>
          </a:r>
        </a:p>
      </dsp:txBody>
      <dsp:txXfrm>
        <a:off x="1205727" y="6080760"/>
        <a:ext cx="14600194" cy="1737360"/>
      </dsp:txXfrm>
    </dsp:sp>
    <dsp:sp modelId="{80AE707E-CD9C-4DE6-A6C1-C1BFB628F608}">
      <dsp:nvSpPr>
        <dsp:cNvPr id="0" name=""/>
        <dsp:cNvSpPr/>
      </dsp:nvSpPr>
      <dsp:spPr>
        <a:xfrm>
          <a:off x="119877" y="5863590"/>
          <a:ext cx="2171700" cy="2171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2BA07-FAD7-4CA7-ADE3-F90B15CA66B0}">
      <dsp:nvSpPr>
        <dsp:cNvPr id="0" name=""/>
        <dsp:cNvSpPr/>
      </dsp:nvSpPr>
      <dsp:spPr>
        <a:xfrm>
          <a:off x="3696586" y="0"/>
          <a:ext cx="9328427" cy="932842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90509-D515-4819-B24A-FBCD85662423}">
      <dsp:nvSpPr>
        <dsp:cNvPr id="0" name=""/>
        <dsp:cNvSpPr/>
      </dsp:nvSpPr>
      <dsp:spPr>
        <a:xfrm>
          <a:off x="4582787" y="886200"/>
          <a:ext cx="3638086" cy="36380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72% of psychosis screeners scored at risk for psychosis. </a:t>
          </a:r>
          <a:endParaRPr lang="en-US" sz="2400" kern="1200" dirty="0"/>
        </a:p>
      </dsp:txBody>
      <dsp:txXfrm>
        <a:off x="4760384" y="1063797"/>
        <a:ext cx="3282892" cy="3282892"/>
      </dsp:txXfrm>
    </dsp:sp>
    <dsp:sp modelId="{30B73DE1-B54F-494F-BF0C-F014A8188182}">
      <dsp:nvSpPr>
        <dsp:cNvPr id="0" name=""/>
        <dsp:cNvSpPr/>
      </dsp:nvSpPr>
      <dsp:spPr>
        <a:xfrm>
          <a:off x="8500726" y="886200"/>
          <a:ext cx="3638086" cy="36380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26% of individuals over 45 have household incomes over $80,000 versus 16% of those under 45. </a:t>
          </a:r>
          <a:endParaRPr lang="en-US" sz="2400" kern="1200" dirty="0"/>
        </a:p>
      </dsp:txBody>
      <dsp:txXfrm>
        <a:off x="8678323" y="1063797"/>
        <a:ext cx="3282892" cy="3282892"/>
      </dsp:txXfrm>
    </dsp:sp>
    <dsp:sp modelId="{065AEF4D-8185-4CCC-81A8-CC57BDD88649}">
      <dsp:nvSpPr>
        <dsp:cNvPr id="0" name=""/>
        <dsp:cNvSpPr/>
      </dsp:nvSpPr>
      <dsp:spPr>
        <a:xfrm>
          <a:off x="4582787" y="4804139"/>
          <a:ext cx="3638086" cy="363808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29% report arthritis or chronic pain as a comorbid health condition. </a:t>
          </a:r>
          <a:endParaRPr lang="en-US" sz="2400" kern="1200" dirty="0"/>
        </a:p>
      </dsp:txBody>
      <dsp:txXfrm>
        <a:off x="4760384" y="4981736"/>
        <a:ext cx="3282892" cy="3282892"/>
      </dsp:txXfrm>
    </dsp:sp>
    <dsp:sp modelId="{B1EF5999-B0D8-44B8-A5E9-5718CCF2116F}">
      <dsp:nvSpPr>
        <dsp:cNvPr id="0" name=""/>
        <dsp:cNvSpPr/>
      </dsp:nvSpPr>
      <dsp:spPr>
        <a:xfrm>
          <a:off x="8500726" y="4804139"/>
          <a:ext cx="3638086" cy="36380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More than any other options, individuals say they’re planning on taking no next step or discussing the results with another person (29% for both).</a:t>
          </a:r>
          <a:endParaRPr lang="en-US" sz="2400" kern="1200" dirty="0"/>
        </a:p>
      </dsp:txBody>
      <dsp:txXfrm>
        <a:off x="8678323" y="4981736"/>
        <a:ext cx="3282892" cy="32828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C02EE7-84CB-4B9E-80BA-BF14B77E91B6}">
      <dsp:nvSpPr>
        <dsp:cNvPr id="0" name=""/>
        <dsp:cNvSpPr/>
      </dsp:nvSpPr>
      <dsp:spPr>
        <a:xfrm>
          <a:off x="6259904" y="5125124"/>
          <a:ext cx="4201791" cy="4201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Compared to the national average LGBT Youth are:</a:t>
          </a:r>
          <a:endParaRPr lang="en-US" sz="3500" kern="1200"/>
        </a:p>
      </dsp:txBody>
      <dsp:txXfrm>
        <a:off x="6875242" y="5740462"/>
        <a:ext cx="2971115" cy="2971115"/>
      </dsp:txXfrm>
    </dsp:sp>
    <dsp:sp modelId="{3DBA0937-E99C-462E-AB3F-1C246A28C1E4}">
      <dsp:nvSpPr>
        <dsp:cNvPr id="0" name=""/>
        <dsp:cNvSpPr/>
      </dsp:nvSpPr>
      <dsp:spPr>
        <a:xfrm rot="10800000">
          <a:off x="2001546" y="6627265"/>
          <a:ext cx="4024147" cy="119751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F79A2-B40C-4E3A-A4D2-E6CC22E5DDEF}">
      <dsp:nvSpPr>
        <dsp:cNvPr id="0" name=""/>
        <dsp:cNvSpPr/>
      </dsp:nvSpPr>
      <dsp:spPr>
        <a:xfrm>
          <a:off x="530919" y="6049519"/>
          <a:ext cx="2941254" cy="235300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u="sng" kern="1200" dirty="0"/>
            <a:t>more</a:t>
          </a:r>
          <a:r>
            <a:rPr lang="en-US" sz="3000" b="1" kern="1200" dirty="0"/>
            <a:t> likely to take the Youth and Psychosis Screen.</a:t>
          </a:r>
          <a:endParaRPr lang="en-US" sz="3000" kern="1200" dirty="0"/>
        </a:p>
      </dsp:txBody>
      <dsp:txXfrm>
        <a:off x="599836" y="6118436"/>
        <a:ext cx="2803420" cy="2215169"/>
      </dsp:txXfrm>
    </dsp:sp>
    <dsp:sp modelId="{51A7A138-45B0-48DB-8390-A0435923B2ED}">
      <dsp:nvSpPr>
        <dsp:cNvPr id="0" name=""/>
        <dsp:cNvSpPr/>
      </dsp:nvSpPr>
      <dsp:spPr>
        <a:xfrm rot="12960000">
          <a:off x="2831784" y="4072057"/>
          <a:ext cx="4024147" cy="1197510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321E1-D61B-4FF0-AF5C-84E38C41693D}">
      <dsp:nvSpPr>
        <dsp:cNvPr id="0" name=""/>
        <dsp:cNvSpPr/>
      </dsp:nvSpPr>
      <dsp:spPr>
        <a:xfrm>
          <a:off x="1745429" y="2311644"/>
          <a:ext cx="2941254" cy="23530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81% screen positive.</a:t>
          </a:r>
          <a:endParaRPr lang="en-US" sz="3000" kern="1200" dirty="0"/>
        </a:p>
      </dsp:txBody>
      <dsp:txXfrm>
        <a:off x="1814346" y="2380561"/>
        <a:ext cx="2803420" cy="2215169"/>
      </dsp:txXfrm>
    </dsp:sp>
    <dsp:sp modelId="{9ED4D60B-890C-426F-A1D0-1109168AEA49}">
      <dsp:nvSpPr>
        <dsp:cNvPr id="0" name=""/>
        <dsp:cNvSpPr/>
      </dsp:nvSpPr>
      <dsp:spPr>
        <a:xfrm rot="15120000">
          <a:off x="5005373" y="2492852"/>
          <a:ext cx="4024147" cy="1197510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831EE-BAE6-4928-B6ED-F10883DB79B8}">
      <dsp:nvSpPr>
        <dsp:cNvPr id="0" name=""/>
        <dsp:cNvSpPr/>
      </dsp:nvSpPr>
      <dsp:spPr>
        <a:xfrm>
          <a:off x="4925055" y="1510"/>
          <a:ext cx="2941254" cy="23530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75% identify as students. </a:t>
          </a:r>
          <a:endParaRPr lang="en-US" sz="3000" kern="1200" dirty="0"/>
        </a:p>
      </dsp:txBody>
      <dsp:txXfrm>
        <a:off x="4993972" y="70427"/>
        <a:ext cx="2803420" cy="2215169"/>
      </dsp:txXfrm>
    </dsp:sp>
    <dsp:sp modelId="{4EA7582B-6403-43E6-A6FA-87B1E31F5DC5}">
      <dsp:nvSpPr>
        <dsp:cNvPr id="0" name=""/>
        <dsp:cNvSpPr/>
      </dsp:nvSpPr>
      <dsp:spPr>
        <a:xfrm rot="17280000">
          <a:off x="7692078" y="2492852"/>
          <a:ext cx="4024147" cy="1197510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A7BFC-D8B6-4C31-9641-7F78314C9E94}">
      <dsp:nvSpPr>
        <dsp:cNvPr id="0" name=""/>
        <dsp:cNvSpPr/>
      </dsp:nvSpPr>
      <dsp:spPr>
        <a:xfrm>
          <a:off x="8855290" y="1510"/>
          <a:ext cx="2941254" cy="235300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80% identify as female.</a:t>
          </a:r>
          <a:endParaRPr lang="en-US" sz="3000" kern="1200" dirty="0"/>
        </a:p>
      </dsp:txBody>
      <dsp:txXfrm>
        <a:off x="8924207" y="70427"/>
        <a:ext cx="2803420" cy="2215169"/>
      </dsp:txXfrm>
    </dsp:sp>
    <dsp:sp modelId="{5DBC0AD9-BC44-4415-9884-5D2183CCC6AD}">
      <dsp:nvSpPr>
        <dsp:cNvPr id="0" name=""/>
        <dsp:cNvSpPr/>
      </dsp:nvSpPr>
      <dsp:spPr>
        <a:xfrm rot="19440000">
          <a:off x="9865668" y="4072057"/>
          <a:ext cx="4024147" cy="1197510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10747-6DD0-4EBF-B7E3-3595DC18AFF3}">
      <dsp:nvSpPr>
        <dsp:cNvPr id="0" name=""/>
        <dsp:cNvSpPr/>
      </dsp:nvSpPr>
      <dsp:spPr>
        <a:xfrm>
          <a:off x="12034916" y="2311644"/>
          <a:ext cx="2941254" cy="235300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u="sng" kern="1200" dirty="0"/>
            <a:t>less</a:t>
          </a:r>
          <a:r>
            <a:rPr lang="en-US" sz="3000" b="1" kern="1200" dirty="0"/>
            <a:t> likely to discuss the results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(25% vs 28%)</a:t>
          </a:r>
          <a:endParaRPr lang="en-US" sz="3000" kern="1200" dirty="0"/>
        </a:p>
      </dsp:txBody>
      <dsp:txXfrm>
        <a:off x="12103833" y="2380561"/>
        <a:ext cx="2803420" cy="2215169"/>
      </dsp:txXfrm>
    </dsp:sp>
    <dsp:sp modelId="{21EB729A-00FA-4DEA-8EBF-9BEE5EB1EDBF}">
      <dsp:nvSpPr>
        <dsp:cNvPr id="0" name=""/>
        <dsp:cNvSpPr/>
      </dsp:nvSpPr>
      <dsp:spPr>
        <a:xfrm>
          <a:off x="10695905" y="6627265"/>
          <a:ext cx="4024147" cy="119751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C2ED2-21C3-412B-A0A4-6CB34742B848}">
      <dsp:nvSpPr>
        <dsp:cNvPr id="0" name=""/>
        <dsp:cNvSpPr/>
      </dsp:nvSpPr>
      <dsp:spPr>
        <a:xfrm>
          <a:off x="13249425" y="6049519"/>
          <a:ext cx="2941254" cy="235300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u="sng" kern="1200" dirty="0"/>
            <a:t>more</a:t>
          </a:r>
          <a:r>
            <a:rPr lang="en-US" sz="3000" b="1" kern="1200" dirty="0"/>
            <a:t> interested in doing nothing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(30% vs 33%)</a:t>
          </a:r>
          <a:endParaRPr lang="en-US" sz="3000" kern="1200" dirty="0"/>
        </a:p>
      </dsp:txBody>
      <dsp:txXfrm>
        <a:off x="13318342" y="6118436"/>
        <a:ext cx="2803420" cy="22151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52FDA-3FA1-453B-9677-D88C70E62CCB}">
      <dsp:nvSpPr>
        <dsp:cNvPr id="0" name=""/>
        <dsp:cNvSpPr/>
      </dsp:nvSpPr>
      <dsp:spPr>
        <a:xfrm>
          <a:off x="15" y="122208"/>
          <a:ext cx="16721569" cy="276951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27940" rIns="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In 2017, MHA had nearly 1.1 million screens.</a:t>
          </a:r>
          <a:endParaRPr lang="en-US" sz="4400" kern="1200" dirty="0"/>
        </a:p>
      </dsp:txBody>
      <dsp:txXfrm>
        <a:off x="1384772" y="122208"/>
        <a:ext cx="13952055" cy="2769514"/>
      </dsp:txXfrm>
    </dsp:sp>
    <dsp:sp modelId="{2B123BFF-019B-4E42-96F0-8625D2BCF5B0}">
      <dsp:nvSpPr>
        <dsp:cNvPr id="0" name=""/>
        <dsp:cNvSpPr/>
      </dsp:nvSpPr>
      <dsp:spPr>
        <a:xfrm>
          <a:off x="15" y="3279456"/>
          <a:ext cx="16721569" cy="276951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27940" rIns="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Millennials made up half of all screeners who reported an age (397,140 screens).</a:t>
          </a:r>
          <a:endParaRPr lang="en-US" sz="4400" kern="1200" dirty="0"/>
        </a:p>
      </dsp:txBody>
      <dsp:txXfrm>
        <a:off x="1384772" y="3279456"/>
        <a:ext cx="13952055" cy="2769514"/>
      </dsp:txXfrm>
    </dsp:sp>
    <dsp:sp modelId="{A850E1A9-205C-41B5-8B0E-D9C15F8604B3}">
      <dsp:nvSpPr>
        <dsp:cNvPr id="0" name=""/>
        <dsp:cNvSpPr/>
      </dsp:nvSpPr>
      <dsp:spPr>
        <a:xfrm>
          <a:off x="15" y="6436703"/>
          <a:ext cx="6923787" cy="276951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27940" rIns="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Compared to the national average millennials are:</a:t>
          </a:r>
          <a:endParaRPr lang="en-US" sz="4400" kern="1200" dirty="0"/>
        </a:p>
      </dsp:txBody>
      <dsp:txXfrm>
        <a:off x="1384772" y="6436703"/>
        <a:ext cx="4154273" cy="2769514"/>
      </dsp:txXfrm>
    </dsp:sp>
    <dsp:sp modelId="{9DEB564E-191C-46F3-86C0-4374642DF6BE}">
      <dsp:nvSpPr>
        <dsp:cNvPr id="0" name=""/>
        <dsp:cNvSpPr/>
      </dsp:nvSpPr>
      <dsp:spPr>
        <a:xfrm>
          <a:off x="6023710" y="6672111"/>
          <a:ext cx="5746743" cy="2298697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More likely to find treatment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(22% vs 18%)</a:t>
          </a:r>
          <a:endParaRPr lang="en-US" sz="3600" kern="1200" dirty="0"/>
        </a:p>
      </dsp:txBody>
      <dsp:txXfrm>
        <a:off x="7173059" y="6672111"/>
        <a:ext cx="3448046" cy="2298697"/>
      </dsp:txXfrm>
    </dsp:sp>
    <dsp:sp modelId="{6B09D3C3-3FD0-4643-A759-253C0BA4B301}">
      <dsp:nvSpPr>
        <dsp:cNvPr id="0" name=""/>
        <dsp:cNvSpPr/>
      </dsp:nvSpPr>
      <dsp:spPr>
        <a:xfrm>
          <a:off x="10965909" y="6672111"/>
          <a:ext cx="5746743" cy="2298697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u="sng" kern="1200" dirty="0"/>
            <a:t>More</a:t>
          </a:r>
          <a:r>
            <a:rPr lang="en-US" sz="3600" b="1" kern="1200" dirty="0"/>
            <a:t> likely to take a next step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(75% vs 70%)</a:t>
          </a:r>
          <a:endParaRPr lang="en-US" sz="3600" kern="1200" dirty="0"/>
        </a:p>
      </dsp:txBody>
      <dsp:txXfrm>
        <a:off x="12115258" y="6672111"/>
        <a:ext cx="3448046" cy="22986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91A3D-FD5F-4981-9296-493291327AE2}">
      <dsp:nvSpPr>
        <dsp:cNvPr id="0" name=""/>
        <dsp:cNvSpPr/>
      </dsp:nvSpPr>
      <dsp:spPr>
        <a:xfrm rot="16200000">
          <a:off x="1155963" y="-1142138"/>
          <a:ext cx="4116524" cy="6400800"/>
        </a:xfrm>
        <a:prstGeom prst="round1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More likely to screen likely substance use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(91% vs 78%)</a:t>
          </a:r>
          <a:endParaRPr lang="en-US" sz="2900" kern="1200" dirty="0"/>
        </a:p>
      </dsp:txBody>
      <dsp:txXfrm rot="5400000">
        <a:off x="13826" y="0"/>
        <a:ext cx="6400800" cy="3087393"/>
      </dsp:txXfrm>
    </dsp:sp>
    <dsp:sp modelId="{DAFE6FD8-3818-4B98-A111-B72FC4DF5D52}">
      <dsp:nvSpPr>
        <dsp:cNvPr id="0" name=""/>
        <dsp:cNvSpPr/>
      </dsp:nvSpPr>
      <dsp:spPr>
        <a:xfrm>
          <a:off x="6400800" y="0"/>
          <a:ext cx="6400800" cy="4116524"/>
        </a:xfrm>
        <a:prstGeom prst="round1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Most interested in discussing the results with someone 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(36% vs 28%)</a:t>
          </a:r>
          <a:endParaRPr lang="en-US" sz="2900" kern="1200" dirty="0"/>
        </a:p>
      </dsp:txBody>
      <dsp:txXfrm>
        <a:off x="6400800" y="0"/>
        <a:ext cx="6400800" cy="3087393"/>
      </dsp:txXfrm>
    </dsp:sp>
    <dsp:sp modelId="{3026040C-2D8F-4B24-B7B5-527EB4D1BBED}">
      <dsp:nvSpPr>
        <dsp:cNvPr id="0" name=""/>
        <dsp:cNvSpPr/>
      </dsp:nvSpPr>
      <dsp:spPr>
        <a:xfrm rot="10800000">
          <a:off x="0" y="4116524"/>
          <a:ext cx="6400800" cy="4116524"/>
        </a:xfrm>
        <a:prstGeom prst="round1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More likely to find treatment 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(27% vs 18%)</a:t>
          </a:r>
          <a:endParaRPr lang="en-US" sz="2900" kern="1200" dirty="0"/>
        </a:p>
      </dsp:txBody>
      <dsp:txXfrm rot="10800000">
        <a:off x="0" y="5145655"/>
        <a:ext cx="6400800" cy="3087393"/>
      </dsp:txXfrm>
    </dsp:sp>
    <dsp:sp modelId="{775E85DC-DEBE-4FD3-BE86-5408C54F798D}">
      <dsp:nvSpPr>
        <dsp:cNvPr id="0" name=""/>
        <dsp:cNvSpPr/>
      </dsp:nvSpPr>
      <dsp:spPr>
        <a:xfrm rot="5400000">
          <a:off x="7542938" y="2974385"/>
          <a:ext cx="4116524" cy="6400800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More likely to have comorbid health problems 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(22% vs 13%)</a:t>
          </a:r>
          <a:endParaRPr lang="en-US" sz="2900" kern="1200" dirty="0"/>
        </a:p>
      </dsp:txBody>
      <dsp:txXfrm rot="-5400000">
        <a:off x="6400800" y="5145654"/>
        <a:ext cx="6400800" cy="3087393"/>
      </dsp:txXfrm>
    </dsp:sp>
    <dsp:sp modelId="{93670CFC-54ED-4BC4-865C-891656A54510}">
      <dsp:nvSpPr>
        <dsp:cNvPr id="0" name=""/>
        <dsp:cNvSpPr/>
      </dsp:nvSpPr>
      <dsp:spPr>
        <a:xfrm>
          <a:off x="4480560" y="3087393"/>
          <a:ext cx="3840480" cy="2058262"/>
        </a:xfrm>
        <a:prstGeom prst="round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Compared to the national average new or expecting mothers are:</a:t>
          </a:r>
          <a:endParaRPr lang="en-US" sz="2900" kern="1200"/>
        </a:p>
      </dsp:txBody>
      <dsp:txXfrm>
        <a:off x="4581036" y="3187869"/>
        <a:ext cx="3639528" cy="18573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47F0C-7850-4F93-A39D-C78141680C2B}">
      <dsp:nvSpPr>
        <dsp:cNvPr id="0" name=""/>
        <dsp:cNvSpPr/>
      </dsp:nvSpPr>
      <dsp:spPr>
        <a:xfrm>
          <a:off x="0" y="40742"/>
          <a:ext cx="4648604" cy="4648838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Older depression screeners: </a:t>
          </a:r>
          <a:r>
            <a:rPr lang="en-US" sz="2700" b="1" u="sng" kern="1200" dirty="0"/>
            <a:t>more</a:t>
          </a:r>
          <a:r>
            <a:rPr lang="en-US" sz="2700" b="1" kern="1200" dirty="0"/>
            <a:t> likely to be male, white than younger cohort</a:t>
          </a:r>
          <a:endParaRPr lang="en-US" sz="2700" kern="1200" dirty="0"/>
        </a:p>
      </dsp:txBody>
      <dsp:txXfrm>
        <a:off x="680772" y="721549"/>
        <a:ext cx="3287060" cy="3287224"/>
      </dsp:txXfrm>
    </dsp:sp>
    <dsp:sp modelId="{ABE59569-46BA-48E4-8132-201EAD19FC53}">
      <dsp:nvSpPr>
        <dsp:cNvPr id="0" name=""/>
        <dsp:cNvSpPr/>
      </dsp:nvSpPr>
      <dsp:spPr>
        <a:xfrm>
          <a:off x="2414599" y="3837804"/>
          <a:ext cx="4648604" cy="4648838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55% of individuals with severe depression report household incomes under $40,000 per year</a:t>
          </a:r>
          <a:endParaRPr lang="en-US" sz="2700" kern="1200" dirty="0"/>
        </a:p>
      </dsp:txBody>
      <dsp:txXfrm>
        <a:off x="3095371" y="4518611"/>
        <a:ext cx="3287060" cy="3287224"/>
      </dsp:txXfrm>
    </dsp:sp>
    <dsp:sp modelId="{689BCE84-013E-4F05-BAF1-3792D9F30113}">
      <dsp:nvSpPr>
        <dsp:cNvPr id="0" name=""/>
        <dsp:cNvSpPr/>
      </dsp:nvSpPr>
      <dsp:spPr>
        <a:xfrm>
          <a:off x="4779411" y="8479"/>
          <a:ext cx="4648604" cy="4648838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18% of those age 55+ identify as caregivers</a:t>
          </a:r>
          <a:endParaRPr lang="en-US" sz="2700" kern="1200" dirty="0"/>
        </a:p>
      </dsp:txBody>
      <dsp:txXfrm>
        <a:off x="5460183" y="689286"/>
        <a:ext cx="3287060" cy="3287224"/>
      </dsp:txXfrm>
    </dsp:sp>
    <dsp:sp modelId="{7CC8C186-00DB-4D57-A67B-465C81FBFC77}">
      <dsp:nvSpPr>
        <dsp:cNvPr id="0" name=""/>
        <dsp:cNvSpPr/>
      </dsp:nvSpPr>
      <dsp:spPr>
        <a:xfrm>
          <a:off x="7243797" y="3837804"/>
          <a:ext cx="4648604" cy="4648838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9% of severely depressed adults and 16% of all severely depressed people report another health condition </a:t>
          </a:r>
          <a:endParaRPr lang="en-US" sz="2700" kern="1200" dirty="0"/>
        </a:p>
      </dsp:txBody>
      <dsp:txXfrm>
        <a:off x="7924569" y="4518611"/>
        <a:ext cx="3287060" cy="3287224"/>
      </dsp:txXfrm>
    </dsp:sp>
    <dsp:sp modelId="{23CCD3FD-5574-4B10-A6EA-A116CCBFE9F1}">
      <dsp:nvSpPr>
        <dsp:cNvPr id="0" name=""/>
        <dsp:cNvSpPr/>
      </dsp:nvSpPr>
      <dsp:spPr>
        <a:xfrm>
          <a:off x="9656211" y="18"/>
          <a:ext cx="4648604" cy="4648838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58% of those reporting another health condition were under 25</a:t>
          </a:r>
          <a:endParaRPr lang="en-US" sz="2700" kern="1200" dirty="0"/>
        </a:p>
      </dsp:txBody>
      <dsp:txXfrm>
        <a:off x="10336983" y="680825"/>
        <a:ext cx="3287060" cy="3287224"/>
      </dsp:txXfrm>
    </dsp:sp>
    <dsp:sp modelId="{43728471-4699-4A55-BD92-EBEFA26210C8}">
      <dsp:nvSpPr>
        <dsp:cNvPr id="0" name=""/>
        <dsp:cNvSpPr/>
      </dsp:nvSpPr>
      <dsp:spPr>
        <a:xfrm>
          <a:off x="12072995" y="3837804"/>
          <a:ext cx="4648604" cy="4648838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68% of those over 65 report a comorbid condition</a:t>
          </a:r>
          <a:endParaRPr lang="en-US" sz="2700" kern="1200" dirty="0"/>
        </a:p>
      </dsp:txBody>
      <dsp:txXfrm>
        <a:off x="12753767" y="4518611"/>
        <a:ext cx="3287060" cy="32872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0C4D3-BDEF-4FEA-A69A-484F7A72DAF7}">
      <dsp:nvSpPr>
        <dsp:cNvPr id="0" name=""/>
        <dsp:cNvSpPr/>
      </dsp:nvSpPr>
      <dsp:spPr>
        <a:xfrm rot="5400000">
          <a:off x="-535195" y="2115031"/>
          <a:ext cx="3321693" cy="399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1C322-6C45-4A4F-9108-FCF8BFC8EAAA}">
      <dsp:nvSpPr>
        <dsp:cNvPr id="0" name=""/>
        <dsp:cNvSpPr/>
      </dsp:nvSpPr>
      <dsp:spPr>
        <a:xfrm>
          <a:off x="232534" y="454"/>
          <a:ext cx="4441674" cy="26650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20% identify as a student</a:t>
          </a:r>
          <a:endParaRPr lang="en-US" sz="3200" kern="1200" dirty="0"/>
        </a:p>
      </dsp:txBody>
      <dsp:txXfrm>
        <a:off x="310589" y="78509"/>
        <a:ext cx="4285564" cy="2508895"/>
      </dsp:txXfrm>
    </dsp:sp>
    <dsp:sp modelId="{10946016-E9A6-435D-AC45-CAA812DD51E1}">
      <dsp:nvSpPr>
        <dsp:cNvPr id="0" name=""/>
        <dsp:cNvSpPr/>
      </dsp:nvSpPr>
      <dsp:spPr>
        <a:xfrm rot="5400000">
          <a:off x="-535195" y="5446287"/>
          <a:ext cx="3321693" cy="399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E42FF-9399-47C4-8899-AB509FEBB47B}">
      <dsp:nvSpPr>
        <dsp:cNvPr id="0" name=""/>
        <dsp:cNvSpPr/>
      </dsp:nvSpPr>
      <dsp:spPr>
        <a:xfrm>
          <a:off x="232534" y="3331711"/>
          <a:ext cx="4441674" cy="26650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10% identify as LGBT</a:t>
          </a:r>
          <a:endParaRPr lang="en-US" sz="3200" kern="1200" dirty="0"/>
        </a:p>
      </dsp:txBody>
      <dsp:txXfrm>
        <a:off x="310589" y="3409766"/>
        <a:ext cx="4285564" cy="2508895"/>
      </dsp:txXfrm>
    </dsp:sp>
    <dsp:sp modelId="{CEA903BD-F35A-4E25-98DF-65FEC5CFF8BE}">
      <dsp:nvSpPr>
        <dsp:cNvPr id="0" name=""/>
        <dsp:cNvSpPr/>
      </dsp:nvSpPr>
      <dsp:spPr>
        <a:xfrm>
          <a:off x="1130432" y="7111916"/>
          <a:ext cx="5897865" cy="399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C300B-8B9D-4767-8FFE-4927BA5077D6}">
      <dsp:nvSpPr>
        <dsp:cNvPr id="0" name=""/>
        <dsp:cNvSpPr/>
      </dsp:nvSpPr>
      <dsp:spPr>
        <a:xfrm>
          <a:off x="232534" y="6662967"/>
          <a:ext cx="4441674" cy="26650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7% identify as caregiver of someone living with emotional or physical illness.</a:t>
          </a:r>
          <a:endParaRPr lang="en-US" sz="3200" kern="1200" dirty="0"/>
        </a:p>
      </dsp:txBody>
      <dsp:txXfrm>
        <a:off x="310589" y="6741022"/>
        <a:ext cx="4285564" cy="2508895"/>
      </dsp:txXfrm>
    </dsp:sp>
    <dsp:sp modelId="{F7085D5D-0B0D-434B-A779-018020594E95}">
      <dsp:nvSpPr>
        <dsp:cNvPr id="0" name=""/>
        <dsp:cNvSpPr/>
      </dsp:nvSpPr>
      <dsp:spPr>
        <a:xfrm rot="16200000">
          <a:off x="5372231" y="5446287"/>
          <a:ext cx="3321693" cy="3997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6D7DA-6E68-4027-8B2E-59C66C366B04}">
      <dsp:nvSpPr>
        <dsp:cNvPr id="0" name=""/>
        <dsp:cNvSpPr/>
      </dsp:nvSpPr>
      <dsp:spPr>
        <a:xfrm>
          <a:off x="6139962" y="6662967"/>
          <a:ext cx="4441674" cy="26650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4% identify as new or expecting mother</a:t>
          </a:r>
          <a:endParaRPr lang="en-US" sz="3200" kern="1200" dirty="0"/>
        </a:p>
      </dsp:txBody>
      <dsp:txXfrm>
        <a:off x="6218017" y="6741022"/>
        <a:ext cx="4285564" cy="2508895"/>
      </dsp:txXfrm>
    </dsp:sp>
    <dsp:sp modelId="{3D25AE81-BCDD-4FD2-A80A-94E97B0CAAEF}">
      <dsp:nvSpPr>
        <dsp:cNvPr id="0" name=""/>
        <dsp:cNvSpPr/>
      </dsp:nvSpPr>
      <dsp:spPr>
        <a:xfrm rot="16200000">
          <a:off x="5372231" y="2115031"/>
          <a:ext cx="3321693" cy="3997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4C35A-E944-4A2E-92AD-4A84D4DA1524}">
      <dsp:nvSpPr>
        <dsp:cNvPr id="0" name=""/>
        <dsp:cNvSpPr/>
      </dsp:nvSpPr>
      <dsp:spPr>
        <a:xfrm>
          <a:off x="6139962" y="3331711"/>
          <a:ext cx="4441674" cy="26650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31% report a co-morbid health conditions</a:t>
          </a:r>
          <a:endParaRPr lang="en-US" sz="3200" kern="1200" dirty="0"/>
        </a:p>
      </dsp:txBody>
      <dsp:txXfrm>
        <a:off x="6218017" y="3409766"/>
        <a:ext cx="4285564" cy="2508895"/>
      </dsp:txXfrm>
    </dsp:sp>
    <dsp:sp modelId="{2D5DD769-D374-471F-BB11-E9FFF8406636}">
      <dsp:nvSpPr>
        <dsp:cNvPr id="0" name=""/>
        <dsp:cNvSpPr/>
      </dsp:nvSpPr>
      <dsp:spPr>
        <a:xfrm>
          <a:off x="7037860" y="449403"/>
          <a:ext cx="5897865" cy="399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ECC02-D66A-4D1D-BBD5-52CA55B8D3FC}">
      <dsp:nvSpPr>
        <dsp:cNvPr id="0" name=""/>
        <dsp:cNvSpPr/>
      </dsp:nvSpPr>
      <dsp:spPr>
        <a:xfrm>
          <a:off x="6139962" y="454"/>
          <a:ext cx="4441674" cy="26650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sng" kern="1200" dirty="0"/>
            <a:t>More</a:t>
          </a:r>
          <a:r>
            <a:rPr lang="en-US" sz="3200" b="1" kern="1200" dirty="0"/>
            <a:t> likely to discuss the results with someone 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(33% v. 28%)</a:t>
          </a:r>
          <a:endParaRPr lang="en-US" sz="3200" kern="1200" dirty="0"/>
        </a:p>
      </dsp:txBody>
      <dsp:txXfrm>
        <a:off x="6218017" y="78509"/>
        <a:ext cx="4285564" cy="2508895"/>
      </dsp:txXfrm>
    </dsp:sp>
    <dsp:sp modelId="{81259CF9-A327-4C00-96DF-A0BD8A101A8F}">
      <dsp:nvSpPr>
        <dsp:cNvPr id="0" name=""/>
        <dsp:cNvSpPr/>
      </dsp:nvSpPr>
      <dsp:spPr>
        <a:xfrm>
          <a:off x="12047390" y="454"/>
          <a:ext cx="4441674" cy="26650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Slightly </a:t>
          </a:r>
          <a:r>
            <a:rPr lang="en-US" sz="3200" b="1" u="sng" kern="1200" dirty="0"/>
            <a:t>more</a:t>
          </a:r>
          <a:r>
            <a:rPr lang="en-US" sz="3200" b="1" kern="1200" dirty="0"/>
            <a:t> interested in finding treatment 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(20% vs 18%)</a:t>
          </a:r>
          <a:endParaRPr lang="en-US" sz="3200" kern="1200" dirty="0"/>
        </a:p>
      </dsp:txBody>
      <dsp:txXfrm>
        <a:off x="12125445" y="78509"/>
        <a:ext cx="4285564" cy="250889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BC886-E8B8-4892-A212-E114BF4BC2CB}">
      <dsp:nvSpPr>
        <dsp:cNvPr id="0" name=""/>
        <dsp:cNvSpPr/>
      </dsp:nvSpPr>
      <dsp:spPr>
        <a:xfrm>
          <a:off x="837168" y="1319887"/>
          <a:ext cx="15069026" cy="1369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b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New Name: Screening to Supports</a:t>
          </a:r>
        </a:p>
      </dsp:txBody>
      <dsp:txXfrm>
        <a:off x="837168" y="1319887"/>
        <a:ext cx="15069026" cy="1369911"/>
      </dsp:txXfrm>
    </dsp:sp>
    <dsp:sp modelId="{43A09600-26E9-47B6-8693-B1BFA3313DC4}">
      <dsp:nvSpPr>
        <dsp:cNvPr id="0" name=""/>
        <dsp:cNvSpPr/>
      </dsp:nvSpPr>
      <dsp:spPr>
        <a:xfrm>
          <a:off x="837168" y="2689799"/>
          <a:ext cx="2009203" cy="334867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C44D0-59E0-4F04-B0DF-CD683072344B}">
      <dsp:nvSpPr>
        <dsp:cNvPr id="0" name=""/>
        <dsp:cNvSpPr/>
      </dsp:nvSpPr>
      <dsp:spPr>
        <a:xfrm>
          <a:off x="2963575" y="2689799"/>
          <a:ext cx="2009203" cy="334867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6C889-DD02-4DB5-A6E6-1C05E63D6BC3}">
      <dsp:nvSpPr>
        <dsp:cNvPr id="0" name=""/>
        <dsp:cNvSpPr/>
      </dsp:nvSpPr>
      <dsp:spPr>
        <a:xfrm>
          <a:off x="5089982" y="2689799"/>
          <a:ext cx="2009203" cy="334867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1D9BB-7B58-42A9-9902-7E897A2A92CA}">
      <dsp:nvSpPr>
        <dsp:cNvPr id="0" name=""/>
        <dsp:cNvSpPr/>
      </dsp:nvSpPr>
      <dsp:spPr>
        <a:xfrm>
          <a:off x="7216389" y="2689799"/>
          <a:ext cx="2009203" cy="334867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EEF20-203F-4107-AE9D-65002EDBE716}">
      <dsp:nvSpPr>
        <dsp:cNvPr id="0" name=""/>
        <dsp:cNvSpPr/>
      </dsp:nvSpPr>
      <dsp:spPr>
        <a:xfrm>
          <a:off x="9342796" y="2689799"/>
          <a:ext cx="2009203" cy="334867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C612F-0DBC-44ED-A729-5BA378784BBC}">
      <dsp:nvSpPr>
        <dsp:cNvPr id="0" name=""/>
        <dsp:cNvSpPr/>
      </dsp:nvSpPr>
      <dsp:spPr>
        <a:xfrm>
          <a:off x="11469203" y="2689799"/>
          <a:ext cx="2009203" cy="334867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E9ABA-0006-4010-860A-7EFA2E71E9B1}">
      <dsp:nvSpPr>
        <dsp:cNvPr id="0" name=""/>
        <dsp:cNvSpPr/>
      </dsp:nvSpPr>
      <dsp:spPr>
        <a:xfrm>
          <a:off x="13595610" y="2689799"/>
          <a:ext cx="2009203" cy="334867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4B7F1-2B36-4DD9-B355-0AFFA33F9799}">
      <dsp:nvSpPr>
        <dsp:cNvPr id="0" name=""/>
        <dsp:cNvSpPr/>
      </dsp:nvSpPr>
      <dsp:spPr>
        <a:xfrm>
          <a:off x="837168" y="3186210"/>
          <a:ext cx="15069026" cy="1369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b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Different </a:t>
          </a:r>
          <a:r>
            <a:rPr lang="en-US" sz="3600" kern="1200" dirty="0"/>
            <a:t>Demographic Questions</a:t>
          </a:r>
        </a:p>
      </dsp:txBody>
      <dsp:txXfrm>
        <a:off x="837168" y="3186210"/>
        <a:ext cx="15069026" cy="1369911"/>
      </dsp:txXfrm>
    </dsp:sp>
    <dsp:sp modelId="{D5AFD04D-3028-4539-A7DA-BB2FDB2D7B1D}">
      <dsp:nvSpPr>
        <dsp:cNvPr id="0" name=""/>
        <dsp:cNvSpPr/>
      </dsp:nvSpPr>
      <dsp:spPr>
        <a:xfrm>
          <a:off x="837168" y="4556122"/>
          <a:ext cx="2009203" cy="334867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4605C-0BA4-4FF0-AA11-48FD6EF7E807}">
      <dsp:nvSpPr>
        <dsp:cNvPr id="0" name=""/>
        <dsp:cNvSpPr/>
      </dsp:nvSpPr>
      <dsp:spPr>
        <a:xfrm>
          <a:off x="2963575" y="4556122"/>
          <a:ext cx="2009203" cy="334867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0744A-3278-4DF4-A5F0-73A7E997A749}">
      <dsp:nvSpPr>
        <dsp:cNvPr id="0" name=""/>
        <dsp:cNvSpPr/>
      </dsp:nvSpPr>
      <dsp:spPr>
        <a:xfrm>
          <a:off x="5089982" y="4556122"/>
          <a:ext cx="2009203" cy="334867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F4118-364D-4CF1-940E-C33850997B1B}">
      <dsp:nvSpPr>
        <dsp:cNvPr id="0" name=""/>
        <dsp:cNvSpPr/>
      </dsp:nvSpPr>
      <dsp:spPr>
        <a:xfrm>
          <a:off x="7216389" y="4556122"/>
          <a:ext cx="2009203" cy="334867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FD79D-0D02-4BD4-B7C7-73F477CADBB5}">
      <dsp:nvSpPr>
        <dsp:cNvPr id="0" name=""/>
        <dsp:cNvSpPr/>
      </dsp:nvSpPr>
      <dsp:spPr>
        <a:xfrm>
          <a:off x="9342796" y="4556122"/>
          <a:ext cx="2009203" cy="334867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E9943-C672-4656-8CF0-FAAC0ECCDFB7}">
      <dsp:nvSpPr>
        <dsp:cNvPr id="0" name=""/>
        <dsp:cNvSpPr/>
      </dsp:nvSpPr>
      <dsp:spPr>
        <a:xfrm>
          <a:off x="11469203" y="4556122"/>
          <a:ext cx="2009203" cy="334867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96208-A2FC-43D6-8D86-D13810F3F3F8}">
      <dsp:nvSpPr>
        <dsp:cNvPr id="0" name=""/>
        <dsp:cNvSpPr/>
      </dsp:nvSpPr>
      <dsp:spPr>
        <a:xfrm>
          <a:off x="13595610" y="4556122"/>
          <a:ext cx="2009203" cy="334867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426F4-0ED4-4719-BCFD-1274606BAF67}">
      <dsp:nvSpPr>
        <dsp:cNvPr id="0" name=""/>
        <dsp:cNvSpPr/>
      </dsp:nvSpPr>
      <dsp:spPr>
        <a:xfrm>
          <a:off x="837168" y="5052533"/>
          <a:ext cx="15069026" cy="1369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b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Content and Resources After Screens</a:t>
          </a:r>
        </a:p>
      </dsp:txBody>
      <dsp:txXfrm>
        <a:off x="837168" y="5052533"/>
        <a:ext cx="15069026" cy="1369911"/>
      </dsp:txXfrm>
    </dsp:sp>
    <dsp:sp modelId="{97468E26-6222-4A92-9045-6A40409A5295}">
      <dsp:nvSpPr>
        <dsp:cNvPr id="0" name=""/>
        <dsp:cNvSpPr/>
      </dsp:nvSpPr>
      <dsp:spPr>
        <a:xfrm>
          <a:off x="837168" y="6422444"/>
          <a:ext cx="2009203" cy="334867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3B8D4-C8F4-4291-A151-E57A15DBCD9F}">
      <dsp:nvSpPr>
        <dsp:cNvPr id="0" name=""/>
        <dsp:cNvSpPr/>
      </dsp:nvSpPr>
      <dsp:spPr>
        <a:xfrm>
          <a:off x="2963575" y="6422444"/>
          <a:ext cx="2009203" cy="334867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569EC-82D6-4A51-A8F1-F97B6005EC6A}">
      <dsp:nvSpPr>
        <dsp:cNvPr id="0" name=""/>
        <dsp:cNvSpPr/>
      </dsp:nvSpPr>
      <dsp:spPr>
        <a:xfrm>
          <a:off x="5089982" y="6422444"/>
          <a:ext cx="2009203" cy="334867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31F5F-4D41-44A5-92A4-38DA50ED2BF9}">
      <dsp:nvSpPr>
        <dsp:cNvPr id="0" name=""/>
        <dsp:cNvSpPr/>
      </dsp:nvSpPr>
      <dsp:spPr>
        <a:xfrm>
          <a:off x="7216389" y="6422444"/>
          <a:ext cx="2009203" cy="334867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32E7F-2A31-4656-89D8-E5A482E6D95F}">
      <dsp:nvSpPr>
        <dsp:cNvPr id="0" name=""/>
        <dsp:cNvSpPr/>
      </dsp:nvSpPr>
      <dsp:spPr>
        <a:xfrm>
          <a:off x="9342796" y="6422444"/>
          <a:ext cx="2009203" cy="334867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05E4F-6C99-40EE-8162-D42D2B1CE981}">
      <dsp:nvSpPr>
        <dsp:cNvPr id="0" name=""/>
        <dsp:cNvSpPr/>
      </dsp:nvSpPr>
      <dsp:spPr>
        <a:xfrm>
          <a:off x="11469203" y="6422444"/>
          <a:ext cx="2009203" cy="334867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A05DA-E78B-4FB2-B3D0-566F31F7FFE2}">
      <dsp:nvSpPr>
        <dsp:cNvPr id="0" name=""/>
        <dsp:cNvSpPr/>
      </dsp:nvSpPr>
      <dsp:spPr>
        <a:xfrm>
          <a:off x="13595610" y="6422444"/>
          <a:ext cx="2009203" cy="334867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AB595C-69E9-402D-883E-E5E36FB82104}">
      <dsp:nvSpPr>
        <dsp:cNvPr id="0" name=""/>
        <dsp:cNvSpPr/>
      </dsp:nvSpPr>
      <dsp:spPr>
        <a:xfrm>
          <a:off x="920279" y="599"/>
          <a:ext cx="4609500" cy="2765700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Depression Screen</a:t>
          </a:r>
          <a:br>
            <a:rPr lang="en-US" sz="4000" kern="1200" dirty="0"/>
          </a:br>
          <a:r>
            <a:rPr lang="en-US" sz="3600" i="1" kern="1200" dirty="0"/>
            <a:t>PHQ-9</a:t>
          </a:r>
        </a:p>
      </dsp:txBody>
      <dsp:txXfrm>
        <a:off x="920279" y="599"/>
        <a:ext cx="4609500" cy="2765700"/>
      </dsp:txXfrm>
    </dsp:sp>
    <dsp:sp modelId="{1810E7CB-91C4-440F-9C62-59876FA38E0E}">
      <dsp:nvSpPr>
        <dsp:cNvPr id="0" name=""/>
        <dsp:cNvSpPr/>
      </dsp:nvSpPr>
      <dsp:spPr>
        <a:xfrm>
          <a:off x="5990730" y="599"/>
          <a:ext cx="4609500" cy="2765700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Bipolar Screen</a:t>
          </a:r>
          <a:br>
            <a:rPr lang="en-US" sz="4800" kern="1200" dirty="0"/>
          </a:br>
          <a:r>
            <a:rPr lang="en-US" sz="3600" i="1" kern="1200" dirty="0"/>
            <a:t>MDQ</a:t>
          </a:r>
        </a:p>
      </dsp:txBody>
      <dsp:txXfrm>
        <a:off x="5990730" y="599"/>
        <a:ext cx="4609500" cy="2765700"/>
      </dsp:txXfrm>
    </dsp:sp>
    <dsp:sp modelId="{6C6EDA94-8AEA-4596-B6F8-54CB7ACB085B}">
      <dsp:nvSpPr>
        <dsp:cNvPr id="0" name=""/>
        <dsp:cNvSpPr/>
      </dsp:nvSpPr>
      <dsp:spPr>
        <a:xfrm>
          <a:off x="11061181" y="599"/>
          <a:ext cx="4609500" cy="2765700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Anxiety Screen</a:t>
          </a:r>
          <a:br>
            <a:rPr lang="en-US" sz="4400" kern="1200" dirty="0"/>
          </a:br>
          <a:r>
            <a:rPr lang="en-US" sz="3600" i="1" kern="1200" dirty="0"/>
            <a:t>GAD-7</a:t>
          </a:r>
        </a:p>
      </dsp:txBody>
      <dsp:txXfrm>
        <a:off x="11061181" y="599"/>
        <a:ext cx="4609500" cy="2765700"/>
      </dsp:txXfrm>
    </dsp:sp>
    <dsp:sp modelId="{0D613BFA-1F3D-48B1-8B61-B46CA4FD7AE9}">
      <dsp:nvSpPr>
        <dsp:cNvPr id="0" name=""/>
        <dsp:cNvSpPr/>
      </dsp:nvSpPr>
      <dsp:spPr>
        <a:xfrm>
          <a:off x="920279" y="3227249"/>
          <a:ext cx="4609500" cy="2765700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Psychosis Screen</a:t>
          </a:r>
          <a:br>
            <a:rPr lang="en-US" sz="4200" kern="1200" dirty="0"/>
          </a:br>
          <a:r>
            <a:rPr lang="en-US" sz="3600" i="1" kern="1200" dirty="0"/>
            <a:t>Ultra-High Risk PQ-B</a:t>
          </a:r>
        </a:p>
      </dsp:txBody>
      <dsp:txXfrm>
        <a:off x="920279" y="3227249"/>
        <a:ext cx="4609500" cy="2765700"/>
      </dsp:txXfrm>
    </dsp:sp>
    <dsp:sp modelId="{9038D162-F2B5-4082-8248-5C2E710B7BA5}">
      <dsp:nvSpPr>
        <dsp:cNvPr id="0" name=""/>
        <dsp:cNvSpPr/>
      </dsp:nvSpPr>
      <dsp:spPr>
        <a:xfrm>
          <a:off x="5990730" y="3227249"/>
          <a:ext cx="4609500" cy="2765700"/>
        </a:xfrm>
        <a:prstGeom prst="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PTSD Screen</a:t>
          </a:r>
          <a:br>
            <a:rPr lang="en-US" sz="4800" kern="1200" dirty="0"/>
          </a:br>
          <a:r>
            <a:rPr lang="en-US" sz="3600" i="1" kern="1200" dirty="0"/>
            <a:t>PC-PTSD</a:t>
          </a:r>
        </a:p>
      </dsp:txBody>
      <dsp:txXfrm>
        <a:off x="5990730" y="3227249"/>
        <a:ext cx="4609500" cy="2765700"/>
      </dsp:txXfrm>
    </dsp:sp>
    <dsp:sp modelId="{B3A58414-F9CE-438D-AF42-39D74E9D7B10}">
      <dsp:nvSpPr>
        <dsp:cNvPr id="0" name=""/>
        <dsp:cNvSpPr/>
      </dsp:nvSpPr>
      <dsp:spPr>
        <a:xfrm>
          <a:off x="11061181" y="3227249"/>
          <a:ext cx="4609500" cy="2765700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Youth Screen</a:t>
          </a:r>
          <a:br>
            <a:rPr lang="en-US" sz="4200" kern="1200" dirty="0"/>
          </a:br>
          <a:r>
            <a:rPr lang="en-US" sz="3600" i="1" kern="1200" dirty="0"/>
            <a:t>PSC-YR</a:t>
          </a:r>
        </a:p>
      </dsp:txBody>
      <dsp:txXfrm>
        <a:off x="11061181" y="3227249"/>
        <a:ext cx="4609500" cy="2765700"/>
      </dsp:txXfrm>
    </dsp:sp>
    <dsp:sp modelId="{D6F4F698-0E26-4B71-B598-E7105E28474E}">
      <dsp:nvSpPr>
        <dsp:cNvPr id="0" name=""/>
        <dsp:cNvSpPr/>
      </dsp:nvSpPr>
      <dsp:spPr>
        <a:xfrm>
          <a:off x="920279" y="6453900"/>
          <a:ext cx="4609500" cy="2765700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Alcohol or Substance Use Screen</a:t>
          </a:r>
          <a:br>
            <a:rPr lang="en-US" sz="4200" kern="1200" dirty="0"/>
          </a:br>
          <a:r>
            <a:rPr lang="en-US" sz="3600" i="1" kern="1200" dirty="0"/>
            <a:t>CAGE-AID</a:t>
          </a:r>
        </a:p>
      </dsp:txBody>
      <dsp:txXfrm>
        <a:off x="920279" y="6453900"/>
        <a:ext cx="4609500" cy="2765700"/>
      </dsp:txXfrm>
    </dsp:sp>
    <dsp:sp modelId="{9B83787F-45D4-41EF-B8C5-F9AFD780127C}">
      <dsp:nvSpPr>
        <dsp:cNvPr id="0" name=""/>
        <dsp:cNvSpPr/>
      </dsp:nvSpPr>
      <dsp:spPr>
        <a:xfrm>
          <a:off x="5990730" y="6453900"/>
          <a:ext cx="4609500" cy="2765700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Eating Disorder Screen</a:t>
          </a:r>
          <a:br>
            <a:rPr lang="en-US" sz="4400" kern="1200" dirty="0"/>
          </a:br>
          <a:r>
            <a:rPr lang="en-US" sz="3600" i="1" kern="1200" dirty="0"/>
            <a:t>SWED</a:t>
          </a:r>
        </a:p>
      </dsp:txBody>
      <dsp:txXfrm>
        <a:off x="5990730" y="6453900"/>
        <a:ext cx="4609500" cy="2765700"/>
      </dsp:txXfrm>
    </dsp:sp>
    <dsp:sp modelId="{3D1A30C4-C3E9-40A7-A1FE-C64DC1EADEEF}">
      <dsp:nvSpPr>
        <dsp:cNvPr id="0" name=""/>
        <dsp:cNvSpPr/>
      </dsp:nvSpPr>
      <dsp:spPr>
        <a:xfrm>
          <a:off x="11061181" y="6453900"/>
          <a:ext cx="4609500" cy="2765700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Parent Screen</a:t>
          </a:r>
          <a:br>
            <a:rPr lang="en-US" sz="4800" kern="1200" dirty="0"/>
          </a:br>
          <a:r>
            <a:rPr lang="en-US" sz="3600" i="1" kern="1200" dirty="0"/>
            <a:t>PSC</a:t>
          </a:r>
        </a:p>
      </dsp:txBody>
      <dsp:txXfrm>
        <a:off x="11061181" y="6453900"/>
        <a:ext cx="4609500" cy="27657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7BC08-820A-48C8-A4F4-954315DC30D1}">
      <dsp:nvSpPr>
        <dsp:cNvPr id="0" name=""/>
        <dsp:cNvSpPr/>
      </dsp:nvSpPr>
      <dsp:spPr>
        <a:xfrm>
          <a:off x="6143625" y="0"/>
          <a:ext cx="4435475" cy="4435475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Information</a:t>
          </a:r>
          <a:r>
            <a:rPr lang="en-US" sz="2500" b="1" kern="1200" dirty="0"/>
            <a:t> </a:t>
          </a:r>
          <a:r>
            <a:rPr lang="en-US" sz="2400" b="1" kern="1200" dirty="0"/>
            <a:t>and</a:t>
          </a:r>
          <a:r>
            <a:rPr lang="en-US" sz="2500" b="1" kern="1200" dirty="0"/>
            <a:t> Education</a:t>
          </a:r>
        </a:p>
      </dsp:txBody>
      <dsp:txXfrm>
        <a:off x="7252494" y="2217738"/>
        <a:ext cx="2217737" cy="2217737"/>
      </dsp:txXfrm>
    </dsp:sp>
    <dsp:sp modelId="{5B795572-189A-438A-A971-C7D627CA4868}">
      <dsp:nvSpPr>
        <dsp:cNvPr id="0" name=""/>
        <dsp:cNvSpPr/>
      </dsp:nvSpPr>
      <dsp:spPr>
        <a:xfrm>
          <a:off x="3925887" y="4435475"/>
          <a:ext cx="4435475" cy="4435475"/>
        </a:xfrm>
        <a:prstGeom prst="triangl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DIY</a:t>
          </a:r>
          <a:r>
            <a:rPr lang="en-US" sz="2500" b="1" kern="1200" dirty="0"/>
            <a:t>: Self-Help Tools</a:t>
          </a:r>
        </a:p>
      </dsp:txBody>
      <dsp:txXfrm>
        <a:off x="5034756" y="6653213"/>
        <a:ext cx="2217737" cy="2217737"/>
      </dsp:txXfrm>
    </dsp:sp>
    <dsp:sp modelId="{0E02EA46-EF01-4443-A51E-948A5AC3A2C2}">
      <dsp:nvSpPr>
        <dsp:cNvPr id="0" name=""/>
        <dsp:cNvSpPr/>
      </dsp:nvSpPr>
      <dsp:spPr>
        <a:xfrm rot="10800000">
          <a:off x="6143625" y="4435475"/>
          <a:ext cx="4435475" cy="4435475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Referral to Care </a:t>
          </a:r>
          <a:r>
            <a:rPr lang="en-US" sz="2400" b="1" kern="1200" dirty="0"/>
            <a:t>and</a:t>
          </a:r>
          <a:r>
            <a:rPr lang="en-US" sz="2500" b="1" kern="1200" dirty="0"/>
            <a:t> Services</a:t>
          </a:r>
        </a:p>
      </dsp:txBody>
      <dsp:txXfrm rot="10800000">
        <a:off x="7252494" y="4435475"/>
        <a:ext cx="2217737" cy="2217737"/>
      </dsp:txXfrm>
    </dsp:sp>
    <dsp:sp modelId="{64874670-B337-4CD1-ABE0-B088F37994E1}">
      <dsp:nvSpPr>
        <dsp:cNvPr id="0" name=""/>
        <dsp:cNvSpPr/>
      </dsp:nvSpPr>
      <dsp:spPr>
        <a:xfrm>
          <a:off x="8361362" y="4435475"/>
          <a:ext cx="4435475" cy="4435475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Engagement</a:t>
          </a:r>
          <a:r>
            <a:rPr lang="en-US" sz="2500" b="1" kern="1200" dirty="0"/>
            <a:t> with People Like Me (Peers)</a:t>
          </a:r>
        </a:p>
      </dsp:txBody>
      <dsp:txXfrm>
        <a:off x="9470231" y="6653213"/>
        <a:ext cx="2217737" cy="22177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FF2F0-D160-4EF2-A197-061A0647BB23}">
      <dsp:nvSpPr>
        <dsp:cNvPr id="0" name=""/>
        <dsp:cNvSpPr/>
      </dsp:nvSpPr>
      <dsp:spPr>
        <a:xfrm>
          <a:off x="5072" y="910648"/>
          <a:ext cx="4945260" cy="15218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 dirty="0">
              <a:latin typeface="Corbel" panose="020B0503020204020204" pitchFamily="34" charset="0"/>
            </a:rPr>
            <a:t>S2S looks forward, not backward.</a:t>
          </a:r>
        </a:p>
      </dsp:txBody>
      <dsp:txXfrm>
        <a:off x="5072" y="910648"/>
        <a:ext cx="4945260" cy="1521804"/>
      </dsp:txXfrm>
    </dsp:sp>
    <dsp:sp modelId="{8DD11681-5483-4286-90A0-A6C464C97912}">
      <dsp:nvSpPr>
        <dsp:cNvPr id="0" name=""/>
        <dsp:cNvSpPr/>
      </dsp:nvSpPr>
      <dsp:spPr>
        <a:xfrm>
          <a:off x="5072" y="2432453"/>
          <a:ext cx="4945260" cy="55771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200" b="1" kern="1200" dirty="0">
              <a:latin typeface="Corbel" panose="020B0503020204020204" pitchFamily="34" charset="0"/>
            </a:rPr>
            <a:t>S2S anticipates your future needs.</a:t>
          </a:r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4200" b="1" kern="1200" dirty="0">
            <a:latin typeface="Corbel" panose="020B0503020204020204" pitchFamily="34" charset="0"/>
          </a:endParaRPr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200" b="1" kern="1200" dirty="0">
              <a:latin typeface="Corbel" panose="020B0503020204020204" pitchFamily="34" charset="0"/>
            </a:rPr>
            <a:t>S2S delivers content you want.</a:t>
          </a:r>
        </a:p>
      </dsp:txBody>
      <dsp:txXfrm>
        <a:off x="5072" y="2432453"/>
        <a:ext cx="4945260" cy="5577153"/>
      </dsp:txXfrm>
    </dsp:sp>
    <dsp:sp modelId="{CE1AD83D-52A9-4446-836B-0B657E2A9229}">
      <dsp:nvSpPr>
        <dsp:cNvPr id="0" name=""/>
        <dsp:cNvSpPr/>
      </dsp:nvSpPr>
      <dsp:spPr>
        <a:xfrm>
          <a:off x="5642669" y="910648"/>
          <a:ext cx="4945260" cy="15218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 dirty="0">
              <a:latin typeface="Corbel" panose="020B0503020204020204" pitchFamily="34" charset="0"/>
            </a:rPr>
            <a:t>S2S promotes action B4Stage4. </a:t>
          </a:r>
        </a:p>
      </dsp:txBody>
      <dsp:txXfrm>
        <a:off x="5642669" y="910648"/>
        <a:ext cx="4945260" cy="1521804"/>
      </dsp:txXfrm>
    </dsp:sp>
    <dsp:sp modelId="{3656CE77-BB2A-4233-8800-5C2C6ED3FEE2}">
      <dsp:nvSpPr>
        <dsp:cNvPr id="0" name=""/>
        <dsp:cNvSpPr/>
      </dsp:nvSpPr>
      <dsp:spPr>
        <a:xfrm>
          <a:off x="5642669" y="2432453"/>
          <a:ext cx="4945260" cy="557715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200" b="1" kern="1200" dirty="0">
              <a:latin typeface="Corbel" panose="020B0503020204020204" pitchFamily="34" charset="0"/>
            </a:rPr>
            <a:t>S2S connects help-seeking people to services earlier than ever before.</a:t>
          </a:r>
        </a:p>
      </dsp:txBody>
      <dsp:txXfrm>
        <a:off x="5642669" y="2432453"/>
        <a:ext cx="4945260" cy="5577153"/>
      </dsp:txXfrm>
    </dsp:sp>
    <dsp:sp modelId="{7EF30554-A40B-4EB5-BB33-FEDC95AEBF81}">
      <dsp:nvSpPr>
        <dsp:cNvPr id="0" name=""/>
        <dsp:cNvSpPr/>
      </dsp:nvSpPr>
      <dsp:spPr>
        <a:xfrm>
          <a:off x="11280267" y="910648"/>
          <a:ext cx="4945260" cy="15218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 dirty="0">
              <a:latin typeface="Corbel" panose="020B0503020204020204" pitchFamily="34" charset="0"/>
            </a:rPr>
            <a:t>S2S is customer-friendly.</a:t>
          </a:r>
        </a:p>
      </dsp:txBody>
      <dsp:txXfrm>
        <a:off x="11280267" y="910648"/>
        <a:ext cx="4945260" cy="1521804"/>
      </dsp:txXfrm>
    </dsp:sp>
    <dsp:sp modelId="{0AEB4F4C-7739-45F7-ACB3-7683F3A9B877}">
      <dsp:nvSpPr>
        <dsp:cNvPr id="0" name=""/>
        <dsp:cNvSpPr/>
      </dsp:nvSpPr>
      <dsp:spPr>
        <a:xfrm>
          <a:off x="11280267" y="2432453"/>
          <a:ext cx="4945260" cy="557715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200" b="1" kern="1200" dirty="0">
              <a:latin typeface="Corbel" panose="020B0503020204020204" pitchFamily="34" charset="0"/>
            </a:rPr>
            <a:t>No cost for screening or customized result.</a:t>
          </a:r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4200" b="1" kern="1200" dirty="0">
            <a:latin typeface="Corbel" panose="020B0503020204020204" pitchFamily="34" charset="0"/>
          </a:endParaRPr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200" b="1" kern="1200" dirty="0">
              <a:latin typeface="Corbel" panose="020B0503020204020204" pitchFamily="34" charset="0"/>
            </a:rPr>
            <a:t>Consumer ratings used to judge value of content.</a:t>
          </a:r>
        </a:p>
      </dsp:txBody>
      <dsp:txXfrm>
        <a:off x="11280267" y="2432453"/>
        <a:ext cx="4945260" cy="557715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EAF9F-A1BA-4FA9-9891-4F49B4E7066F}">
      <dsp:nvSpPr>
        <dsp:cNvPr id="0" name=""/>
        <dsp:cNvSpPr/>
      </dsp:nvSpPr>
      <dsp:spPr>
        <a:xfrm>
          <a:off x="1291589" y="0"/>
          <a:ext cx="14638020" cy="975360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61AF7-D02D-4F0F-A7A8-A9693988835A}">
      <dsp:nvSpPr>
        <dsp:cNvPr id="0" name=""/>
        <dsp:cNvSpPr/>
      </dsp:nvSpPr>
      <dsp:spPr>
        <a:xfrm>
          <a:off x="4975" y="2926080"/>
          <a:ext cx="5531628" cy="3901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kern="1200" dirty="0"/>
            <a:t>Each domain populated with MHA resources and partner resources and services (“supports”)</a:t>
          </a:r>
          <a:endParaRPr lang="en-US" sz="3500" kern="1200" dirty="0"/>
        </a:p>
      </dsp:txBody>
      <dsp:txXfrm>
        <a:off x="195428" y="3116533"/>
        <a:ext cx="5150722" cy="3520534"/>
      </dsp:txXfrm>
    </dsp:sp>
    <dsp:sp modelId="{0535BD26-C4F7-48C0-B062-B4D22E7A2F1F}">
      <dsp:nvSpPr>
        <dsp:cNvPr id="0" name=""/>
        <dsp:cNvSpPr/>
      </dsp:nvSpPr>
      <dsp:spPr>
        <a:xfrm>
          <a:off x="5844785" y="2926080"/>
          <a:ext cx="5531628" cy="3901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kern="1200" dirty="0"/>
            <a:t>“Supports” criteria: </a:t>
          </a:r>
          <a:endParaRPr lang="en-US" sz="35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expressed needs of the screening population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evidence of effectiveness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cost-benefit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interest in partnering with MHA</a:t>
          </a:r>
        </a:p>
      </dsp:txBody>
      <dsp:txXfrm>
        <a:off x="6035238" y="3116533"/>
        <a:ext cx="5150722" cy="3520534"/>
      </dsp:txXfrm>
    </dsp:sp>
    <dsp:sp modelId="{B66E15DF-AA09-4C59-8346-637B25CBFE2F}">
      <dsp:nvSpPr>
        <dsp:cNvPr id="0" name=""/>
        <dsp:cNvSpPr/>
      </dsp:nvSpPr>
      <dsp:spPr>
        <a:xfrm>
          <a:off x="11684596" y="2926080"/>
          <a:ext cx="5531628" cy="3901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kern="1200" dirty="0"/>
            <a:t>Supports will be rated by users, most useful/most popular will gain preference. </a:t>
          </a:r>
          <a:endParaRPr lang="en-US" sz="3500" kern="1200" dirty="0"/>
        </a:p>
      </dsp:txBody>
      <dsp:txXfrm>
        <a:off x="11875049" y="3116533"/>
        <a:ext cx="5150722" cy="352053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CD452-7B8E-4C43-9334-D3792DDD9378}">
      <dsp:nvSpPr>
        <dsp:cNvPr id="0" name=""/>
        <dsp:cNvSpPr/>
      </dsp:nvSpPr>
      <dsp:spPr>
        <a:xfrm>
          <a:off x="-9131326" y="-1394678"/>
          <a:ext cx="10866556" cy="10866556"/>
        </a:xfrm>
        <a:prstGeom prst="blockArc">
          <a:avLst>
            <a:gd name="adj1" fmla="val 18900000"/>
            <a:gd name="adj2" fmla="val 2700000"/>
            <a:gd name="adj3" fmla="val 199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4128F-74BF-4569-8155-AC25919E0750}">
      <dsp:nvSpPr>
        <dsp:cNvPr id="0" name=""/>
        <dsp:cNvSpPr/>
      </dsp:nvSpPr>
      <dsp:spPr>
        <a:xfrm>
          <a:off x="646579" y="425345"/>
          <a:ext cx="15981683" cy="8503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4979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Grant Applications</a:t>
          </a:r>
        </a:p>
      </dsp:txBody>
      <dsp:txXfrm>
        <a:off x="646579" y="425345"/>
        <a:ext cx="15981683" cy="850367"/>
      </dsp:txXfrm>
    </dsp:sp>
    <dsp:sp modelId="{7FAAC329-9F18-4314-A8DD-A9E168A3ECD5}">
      <dsp:nvSpPr>
        <dsp:cNvPr id="0" name=""/>
        <dsp:cNvSpPr/>
      </dsp:nvSpPr>
      <dsp:spPr>
        <a:xfrm>
          <a:off x="115100" y="319049"/>
          <a:ext cx="1062959" cy="10629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1ACB7-5724-45F6-9E1D-9F21A73E6A05}">
      <dsp:nvSpPr>
        <dsp:cNvPr id="0" name=""/>
        <dsp:cNvSpPr/>
      </dsp:nvSpPr>
      <dsp:spPr>
        <a:xfrm>
          <a:off x="1346065" y="1700735"/>
          <a:ext cx="15282197" cy="8503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4979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Infographics</a:t>
          </a:r>
        </a:p>
      </dsp:txBody>
      <dsp:txXfrm>
        <a:off x="1346065" y="1700735"/>
        <a:ext cx="15282197" cy="850367"/>
      </dsp:txXfrm>
    </dsp:sp>
    <dsp:sp modelId="{77B02AD6-9983-4601-BD11-4EA6CF326BB7}">
      <dsp:nvSpPr>
        <dsp:cNvPr id="0" name=""/>
        <dsp:cNvSpPr/>
      </dsp:nvSpPr>
      <dsp:spPr>
        <a:xfrm>
          <a:off x="814585" y="1594439"/>
          <a:ext cx="1062959" cy="10629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0449A-E630-4186-B0CB-6E10480A8890}">
      <dsp:nvSpPr>
        <dsp:cNvPr id="0" name=""/>
        <dsp:cNvSpPr/>
      </dsp:nvSpPr>
      <dsp:spPr>
        <a:xfrm>
          <a:off x="1665922" y="2976125"/>
          <a:ext cx="14962340" cy="85036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4979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Needs Assessments</a:t>
          </a:r>
        </a:p>
      </dsp:txBody>
      <dsp:txXfrm>
        <a:off x="1665922" y="2976125"/>
        <a:ext cx="14962340" cy="850367"/>
      </dsp:txXfrm>
    </dsp:sp>
    <dsp:sp modelId="{8C1276D7-362E-4308-AEED-18D3E552ADC1}">
      <dsp:nvSpPr>
        <dsp:cNvPr id="0" name=""/>
        <dsp:cNvSpPr/>
      </dsp:nvSpPr>
      <dsp:spPr>
        <a:xfrm>
          <a:off x="1134442" y="2869829"/>
          <a:ext cx="1062959" cy="10629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F9B68-10DD-4562-8AE5-8A7F6FE9A17C}">
      <dsp:nvSpPr>
        <dsp:cNvPr id="0" name=""/>
        <dsp:cNvSpPr/>
      </dsp:nvSpPr>
      <dsp:spPr>
        <a:xfrm>
          <a:off x="1665922" y="4250707"/>
          <a:ext cx="14962340" cy="8503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4979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Program Evaluation</a:t>
          </a:r>
        </a:p>
      </dsp:txBody>
      <dsp:txXfrm>
        <a:off x="1665922" y="4250707"/>
        <a:ext cx="14962340" cy="850367"/>
      </dsp:txXfrm>
    </dsp:sp>
    <dsp:sp modelId="{3F905390-782E-47E7-BFF2-CD670B140488}">
      <dsp:nvSpPr>
        <dsp:cNvPr id="0" name=""/>
        <dsp:cNvSpPr/>
      </dsp:nvSpPr>
      <dsp:spPr>
        <a:xfrm>
          <a:off x="1134442" y="4144411"/>
          <a:ext cx="1062959" cy="10629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0C3E7-CB1D-4F46-84B3-279B297273E1}">
      <dsp:nvSpPr>
        <dsp:cNvPr id="0" name=""/>
        <dsp:cNvSpPr/>
      </dsp:nvSpPr>
      <dsp:spPr>
        <a:xfrm>
          <a:off x="1346065" y="5526097"/>
          <a:ext cx="15282197" cy="85036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4979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Public Education Campaigns</a:t>
          </a:r>
        </a:p>
      </dsp:txBody>
      <dsp:txXfrm>
        <a:off x="1346065" y="5526097"/>
        <a:ext cx="15282197" cy="850367"/>
      </dsp:txXfrm>
    </dsp:sp>
    <dsp:sp modelId="{04BE5226-52B8-4A2D-BFB2-4DE1BE80DD70}">
      <dsp:nvSpPr>
        <dsp:cNvPr id="0" name=""/>
        <dsp:cNvSpPr/>
      </dsp:nvSpPr>
      <dsp:spPr>
        <a:xfrm>
          <a:off x="814585" y="5419801"/>
          <a:ext cx="1062959" cy="10629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A78A8-B539-4A50-9D88-E568880BF532}">
      <dsp:nvSpPr>
        <dsp:cNvPr id="0" name=""/>
        <dsp:cNvSpPr/>
      </dsp:nvSpPr>
      <dsp:spPr>
        <a:xfrm>
          <a:off x="646579" y="6801487"/>
          <a:ext cx="15981683" cy="8503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4979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Targeted</a:t>
          </a:r>
          <a:r>
            <a:rPr lang="en-US" sz="4400" kern="1200" dirty="0"/>
            <a:t> </a:t>
          </a:r>
          <a:r>
            <a:rPr lang="en-US" sz="4400" b="1" kern="1200" dirty="0"/>
            <a:t>Programs</a:t>
          </a:r>
        </a:p>
      </dsp:txBody>
      <dsp:txXfrm>
        <a:off x="646579" y="6801487"/>
        <a:ext cx="15981683" cy="850367"/>
      </dsp:txXfrm>
    </dsp:sp>
    <dsp:sp modelId="{DC2752DF-584C-4B73-B4C1-6555E34DF070}">
      <dsp:nvSpPr>
        <dsp:cNvPr id="0" name=""/>
        <dsp:cNvSpPr/>
      </dsp:nvSpPr>
      <dsp:spPr>
        <a:xfrm>
          <a:off x="115100" y="6695191"/>
          <a:ext cx="1062959" cy="10629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E7900-DB74-4FDF-81E9-84A66B9F4DED}">
      <dsp:nvSpPr>
        <dsp:cNvPr id="0" name=""/>
        <dsp:cNvSpPr/>
      </dsp:nvSpPr>
      <dsp:spPr>
        <a:xfrm rot="16200000">
          <a:off x="3185" y="4005"/>
          <a:ext cx="8069189" cy="8069189"/>
        </a:xfrm>
        <a:prstGeom prst="downArrow">
          <a:avLst>
            <a:gd name="adj1" fmla="val 50000"/>
            <a:gd name="adj2" fmla="val 35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Referral URL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Free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Doesn’t require the user do anything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May get people from other areas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Know they came from your site</a:t>
          </a:r>
        </a:p>
      </dsp:txBody>
      <dsp:txXfrm rot="5400000">
        <a:off x="3185" y="2021302"/>
        <a:ext cx="6657081" cy="4034595"/>
      </dsp:txXfrm>
    </dsp:sp>
    <dsp:sp modelId="{8A41F84A-7B82-4000-A6B2-B6874A2A3C71}">
      <dsp:nvSpPr>
        <dsp:cNvPr id="0" name=""/>
        <dsp:cNvSpPr/>
      </dsp:nvSpPr>
      <dsp:spPr>
        <a:xfrm rot="5400000">
          <a:off x="8670987" y="4005"/>
          <a:ext cx="8069189" cy="8069189"/>
        </a:xfrm>
        <a:prstGeom prst="downArrow">
          <a:avLst>
            <a:gd name="adj1" fmla="val 50000"/>
            <a:gd name="adj2" fmla="val 35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Zip Codes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Free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User entered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Need to know all zips in area covered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May come from any site</a:t>
          </a:r>
        </a:p>
      </dsp:txBody>
      <dsp:txXfrm rot="-5400000">
        <a:off x="10083095" y="2021302"/>
        <a:ext cx="6657081" cy="403459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ADD40-CF6A-4181-BE0C-A1D8397BCA5E}">
      <dsp:nvSpPr>
        <dsp:cNvPr id="0" name=""/>
        <dsp:cNvSpPr/>
      </dsp:nvSpPr>
      <dsp:spPr>
        <a:xfrm>
          <a:off x="-9127691" y="-1394678"/>
          <a:ext cx="10866556" cy="10866556"/>
        </a:xfrm>
        <a:prstGeom prst="blockArc">
          <a:avLst>
            <a:gd name="adj1" fmla="val 18900000"/>
            <a:gd name="adj2" fmla="val 2700000"/>
            <a:gd name="adj3" fmla="val 199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170412-619B-4F8F-B49B-ADE8D8BFB4AD}">
      <dsp:nvSpPr>
        <dsp:cNvPr id="0" name=""/>
        <dsp:cNvSpPr/>
      </dsp:nvSpPr>
      <dsp:spPr>
        <a:xfrm>
          <a:off x="1121115" y="807720"/>
          <a:ext cx="15510782" cy="16154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2256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Demographics vary by state to reflect changes in those populations</a:t>
          </a:r>
        </a:p>
      </dsp:txBody>
      <dsp:txXfrm>
        <a:off x="1121115" y="807720"/>
        <a:ext cx="15510782" cy="1615440"/>
      </dsp:txXfrm>
    </dsp:sp>
    <dsp:sp modelId="{8BDFD1D9-8073-4380-A107-4D98601F8153}">
      <dsp:nvSpPr>
        <dsp:cNvPr id="0" name=""/>
        <dsp:cNvSpPr/>
      </dsp:nvSpPr>
      <dsp:spPr>
        <a:xfrm>
          <a:off x="111465" y="605790"/>
          <a:ext cx="2019300" cy="20193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3541D-C06A-4703-A1F1-059ED774155A}">
      <dsp:nvSpPr>
        <dsp:cNvPr id="0" name=""/>
        <dsp:cNvSpPr/>
      </dsp:nvSpPr>
      <dsp:spPr>
        <a:xfrm>
          <a:off x="1708327" y="3230880"/>
          <a:ext cx="14923569" cy="161544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2256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Screens taken vary by region</a:t>
          </a:r>
        </a:p>
      </dsp:txBody>
      <dsp:txXfrm>
        <a:off x="1708327" y="3230880"/>
        <a:ext cx="14923569" cy="1615440"/>
      </dsp:txXfrm>
    </dsp:sp>
    <dsp:sp modelId="{39F3EC48-EB49-4AD1-924B-4BC10D813A33}">
      <dsp:nvSpPr>
        <dsp:cNvPr id="0" name=""/>
        <dsp:cNvSpPr/>
      </dsp:nvSpPr>
      <dsp:spPr>
        <a:xfrm>
          <a:off x="698677" y="3028950"/>
          <a:ext cx="2019300" cy="20193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6EC088-BFAB-4535-88AB-9043CB75791F}">
      <dsp:nvSpPr>
        <dsp:cNvPr id="0" name=""/>
        <dsp:cNvSpPr/>
      </dsp:nvSpPr>
      <dsp:spPr>
        <a:xfrm>
          <a:off x="1121115" y="5654040"/>
          <a:ext cx="15510782" cy="161544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2256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Local requests for help</a:t>
          </a:r>
        </a:p>
      </dsp:txBody>
      <dsp:txXfrm>
        <a:off x="1121115" y="5654040"/>
        <a:ext cx="15510782" cy="1615440"/>
      </dsp:txXfrm>
    </dsp:sp>
    <dsp:sp modelId="{D709F3C1-6722-414F-9CE8-4E28C915DDA0}">
      <dsp:nvSpPr>
        <dsp:cNvPr id="0" name=""/>
        <dsp:cNvSpPr/>
      </dsp:nvSpPr>
      <dsp:spPr>
        <a:xfrm>
          <a:off x="111465" y="5452110"/>
          <a:ext cx="2019300" cy="20193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0.24938</cdr:x>
      <cdr:y>0.21239</cdr:y>
    </cdr:from>
    <cdr:to>
      <cdr:x>0.42253</cdr:x>
      <cdr:y>0.27508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E4476B9-92B6-4F7F-8C9A-EBB213C5D80B}"/>
            </a:ext>
          </a:extLst>
        </cdr:cNvPr>
        <cdr:cNvSpPr txBox="1"/>
      </cdr:nvSpPr>
      <cdr:spPr>
        <a:xfrm xmlns:a="http://schemas.openxmlformats.org/drawingml/2006/main">
          <a:off x="4170362" y="1981200"/>
          <a:ext cx="2895540" cy="58477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3600" dirty="0"/>
            <a:t>83% Positive</a:t>
          </a:r>
        </a:p>
      </cdr:txBody>
    </cdr:sp>
  </cdr:relSizeAnchor>
  <cdr:relSizeAnchor xmlns:cdr="http://schemas.openxmlformats.org/drawingml/2006/chartDrawing">
    <cdr:from>
      <cdr:x>0.29951</cdr:x>
      <cdr:y>0.41661</cdr:y>
    </cdr:from>
    <cdr:to>
      <cdr:x>0.51367</cdr:x>
      <cdr:y>0.47379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E507D026-4837-4AC7-9B0A-85A7783B5683}"/>
            </a:ext>
          </a:extLst>
        </cdr:cNvPr>
        <cdr:cNvSpPr txBox="1"/>
      </cdr:nvSpPr>
      <cdr:spPr>
        <a:xfrm xmlns:a="http://schemas.openxmlformats.org/drawingml/2006/main">
          <a:off x="5008562" y="3886200"/>
          <a:ext cx="3581400" cy="533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0.29495</cdr:x>
      <cdr:y>0.3676</cdr:y>
    </cdr:from>
    <cdr:to>
      <cdr:x>0.47722</cdr:x>
      <cdr:y>0.43029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B01A8817-BD6C-4880-814F-B4E0473C709C}"/>
            </a:ext>
          </a:extLst>
        </cdr:cNvPr>
        <cdr:cNvSpPr txBox="1"/>
      </cdr:nvSpPr>
      <cdr:spPr>
        <a:xfrm xmlns:a="http://schemas.openxmlformats.org/drawingml/2006/main">
          <a:off x="4932362" y="3429000"/>
          <a:ext cx="3048051" cy="5847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3600" dirty="0"/>
            <a:t>73% Positive</a:t>
          </a:r>
        </a:p>
      </cdr:txBody>
    </cdr:sp>
  </cdr:relSizeAnchor>
  <cdr:relSizeAnchor xmlns:cdr="http://schemas.openxmlformats.org/drawingml/2006/chartDrawing">
    <cdr:from>
      <cdr:x>0.38608</cdr:x>
      <cdr:y>0.5228</cdr:y>
    </cdr:from>
    <cdr:to>
      <cdr:x>0.56835</cdr:x>
      <cdr:y>0.58549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168A6FA5-1284-452E-AA54-2CE79BF90C7B}"/>
            </a:ext>
          </a:extLst>
        </cdr:cNvPr>
        <cdr:cNvSpPr txBox="1"/>
      </cdr:nvSpPr>
      <cdr:spPr>
        <a:xfrm xmlns:a="http://schemas.openxmlformats.org/drawingml/2006/main">
          <a:off x="6456362" y="4876800"/>
          <a:ext cx="3048051" cy="5847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3600" dirty="0"/>
            <a:t>68% Positive</a:t>
          </a:r>
        </a:p>
      </cdr:txBody>
    </cdr:sp>
  </cdr:relSizeAnchor>
  <cdr:relSizeAnchor xmlns:cdr="http://schemas.openxmlformats.org/drawingml/2006/chartDrawing">
    <cdr:from>
      <cdr:x>0.44076</cdr:x>
      <cdr:y>0.68618</cdr:y>
    </cdr:from>
    <cdr:to>
      <cdr:x>0.62303</cdr:x>
      <cdr:y>0.74887</cdr:y>
    </cdr:to>
    <cdr:sp macro="" textlink="">
      <cdr:nvSpPr>
        <cdr:cNvPr id="6" name="TextBox 1">
          <a:extLst xmlns:a="http://schemas.openxmlformats.org/drawingml/2006/main">
            <a:ext uri="{FF2B5EF4-FFF2-40B4-BE49-F238E27FC236}">
              <a16:creationId xmlns:a16="http://schemas.microsoft.com/office/drawing/2014/main" id="{168A6FA5-1284-452E-AA54-2CE79BF90C7B}"/>
            </a:ext>
          </a:extLst>
        </cdr:cNvPr>
        <cdr:cNvSpPr txBox="1"/>
      </cdr:nvSpPr>
      <cdr:spPr>
        <a:xfrm xmlns:a="http://schemas.openxmlformats.org/drawingml/2006/main">
          <a:off x="7370762" y="6400800"/>
          <a:ext cx="3048051" cy="5847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3600" dirty="0"/>
            <a:t>50% Positive</a:t>
          </a:r>
        </a:p>
      </cdr:txBody>
    </cdr:sp>
  </cdr:relSizeAnchor>
  <cdr:relSizeAnchor xmlns:cdr="http://schemas.openxmlformats.org/drawingml/2006/chartDrawing">
    <cdr:from>
      <cdr:x>0.70049</cdr:x>
      <cdr:y>0.79238</cdr:y>
    </cdr:from>
    <cdr:to>
      <cdr:x>0.88276</cdr:x>
      <cdr:y>0.85507</cdr:y>
    </cdr:to>
    <cdr:sp macro="" textlink="">
      <cdr:nvSpPr>
        <cdr:cNvPr id="7" name="TextBox 1">
          <a:extLst xmlns:a="http://schemas.openxmlformats.org/drawingml/2006/main">
            <a:ext uri="{FF2B5EF4-FFF2-40B4-BE49-F238E27FC236}">
              <a16:creationId xmlns:a16="http://schemas.microsoft.com/office/drawing/2014/main" id="{168A6FA5-1284-452E-AA54-2CE79BF90C7B}"/>
            </a:ext>
          </a:extLst>
        </cdr:cNvPr>
        <cdr:cNvSpPr txBox="1"/>
      </cdr:nvSpPr>
      <cdr:spPr>
        <a:xfrm xmlns:a="http://schemas.openxmlformats.org/drawingml/2006/main">
          <a:off x="11714162" y="7391400"/>
          <a:ext cx="3048000" cy="5847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3600" dirty="0"/>
            <a:t>77% </a:t>
          </a:r>
          <a:r>
            <a:rPr lang="en-US" sz="3200" dirty="0"/>
            <a:t>Positive</a:t>
          </a:r>
          <a:endParaRPr lang="en-US" sz="36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31EDE-17CF-D746-B83B-FEE41F000DF3}" type="datetimeFigureOut">
              <a:rPr lang="en-US" smtClean="0"/>
              <a:t>6/5/2018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20672-5196-0B4F-93AE-044FFF1075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9126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A9F3C-04AF-8847-8AD8-CAC892C2E245}" type="datetimeFigureOut">
              <a:rPr lang="en-US" smtClean="0"/>
              <a:t>6/5/2018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7CB07-0039-4545-92EA-48E12138E5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10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1219261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2438522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3657783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4877044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6096305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7CB07-0039-4545-92EA-48E12138E51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06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Jurgen</a:t>
            </a:r>
            <a:r>
              <a:rPr lang="en-US" dirty="0"/>
              <a:t> – from Collaborative Care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3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3"/>
                </a:solidFill>
              </a:rPr>
              <a:t>When positive screening results were given during a primary care visit, doctors were </a:t>
            </a:r>
            <a:r>
              <a:rPr lang="en-US" sz="1200" b="1" dirty="0">
                <a:solidFill>
                  <a:schemeClr val="accent3"/>
                </a:solidFill>
              </a:rPr>
              <a:t>over 3 times more likely to recognize the symptoms of mental illness </a:t>
            </a:r>
            <a:r>
              <a:rPr lang="en-US" sz="1200" dirty="0">
                <a:solidFill>
                  <a:schemeClr val="accent3"/>
                </a:solidFill>
              </a:rPr>
              <a:t>and to plan to follow up with the patient.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3"/>
                </a:solidFill>
              </a:rPr>
              <a:t>Treatment following screening has been shown to reduce symptoms of mental illness and the </a:t>
            </a:r>
            <a:r>
              <a:rPr lang="en-US" sz="1200" b="1" dirty="0">
                <a:solidFill>
                  <a:schemeClr val="accent3"/>
                </a:solidFill>
              </a:rPr>
              <a:t>positive effects of treatment are still seen a year later</a:t>
            </a:r>
            <a:r>
              <a:rPr lang="en-US" sz="1200" dirty="0">
                <a:solidFill>
                  <a:schemeClr val="accent3"/>
                </a:solidFill>
              </a:rPr>
              <a:t>.</a:t>
            </a:r>
            <a:endParaRPr lang="en-US" sz="1200" u="sng" dirty="0">
              <a:solidFill>
                <a:schemeClr val="accent3"/>
              </a:solidFill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3"/>
                </a:solidFill>
              </a:rPr>
              <a:t>When people screen in a setting with provider, routine use of screenings (like PHQ-9) was perceived as helpful in 93 % of sessions.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accent3"/>
                </a:solidFill>
              </a:rPr>
              <a:t>Treatment changes attributed to PHQ-9 score were made in 40 % of sessions. </a:t>
            </a:r>
          </a:p>
          <a:p>
            <a:pPr>
              <a:defRPr/>
            </a:pPr>
            <a:endParaRPr lang="en-US" sz="1200" dirty="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Christensen, K. S.,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Toft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T.,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Frostholm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L.,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Ørnbøl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E., Fink, P., &amp;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Olesen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F. (2005). Screening for common mental disorders: who will benefit? Results from a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randomised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clinical trial. Family practice, 22(4), 428-434.</a:t>
            </a:r>
            <a:endParaRPr lang="en-US" sz="1200" dirty="0">
              <a:solidFill>
                <a:schemeClr val="accent5"/>
              </a:solidFill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Pignone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M. P.,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Gaynes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B. N., Rushton, J. L.,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Burchell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C. M., Orleans, C. T.,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Mulrow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C. D., &amp;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Lohr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K. N. (2002). Screening for depression in adults: a summary of the evidence for the US Preventive Services Task Force. Annals of internal medicine, 136(10), 765-776.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 O’Connor, E. A., Whitlock, E. P.,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T. L., &amp;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Gaynes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B. N. (2009). Screening for depression in adult patients in primary care settings: a systematic evidence review. Annals of Internal Medicine, 151(11), 793-803.</a:t>
            </a:r>
            <a:endParaRPr lang="en-US" sz="1200" dirty="0">
              <a:solidFill>
                <a:schemeClr val="accent5"/>
              </a:solidFill>
            </a:endParaRPr>
          </a:p>
          <a:p>
            <a:pPr>
              <a:defRPr/>
            </a:pPr>
            <a:endParaRPr lang="en-US" sz="1200" dirty="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US" sz="1200" dirty="0">
                <a:solidFill>
                  <a:schemeClr val="accent5"/>
                </a:solidFill>
              </a:rPr>
              <a:t>Duffy, et al. Systematic use of patient-rated depression severity monitoring. Is it helpful and feasible in clinical psychiatry? Psychiatric Services 2009; 59:1148-1154. </a:t>
            </a:r>
          </a:p>
          <a:p>
            <a:pPr>
              <a:defRPr/>
            </a:pPr>
            <a:endParaRPr lang="en-US" sz="1600" dirty="0">
              <a:solidFill>
                <a:schemeClr val="accent5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921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8287999" cy="13716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04900" y="4235452"/>
            <a:ext cx="16078200" cy="2940051"/>
          </a:xfrm>
          <a:prstGeom prst="rect">
            <a:avLst/>
          </a:prstGeom>
          <a:noFill/>
          <a:ln w="7620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6591299" y="7556241"/>
            <a:ext cx="5105401" cy="9388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45720" rtlCol="0" anchor="ctr"/>
          <a:lstStyle/>
          <a:p>
            <a:pPr algn="ctr"/>
            <a:endParaRPr lang="en-US" sz="3600" b="1" dirty="0">
              <a:latin typeface="Calibri" panose="020F0502020204030204" pitchFamily="34" charset="0"/>
              <a:cs typeface="Source Sans Pro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4572000"/>
            <a:ext cx="14935200" cy="2286000"/>
          </a:xfrm>
          <a:prstGeom prst="rect">
            <a:avLst/>
          </a:prstGeom>
        </p:spPr>
        <p:txBody>
          <a:bodyPr/>
          <a:lstStyle>
            <a:lvl1pPr algn="ctr">
              <a:defRPr sz="10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591299" y="7620000"/>
            <a:ext cx="5105402" cy="749559"/>
          </a:xfrm>
          <a:prstGeom prst="rect">
            <a:avLst/>
          </a:prstGeom>
        </p:spPr>
        <p:txBody>
          <a:bodyPr/>
          <a:lstStyle>
            <a:lvl1pPr algn="ctr">
              <a:defRPr sz="4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4pPr algn="l">
              <a:defRPr sz="4000">
                <a:solidFill>
                  <a:schemeClr val="bg1"/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Your name here</a:t>
            </a:r>
          </a:p>
        </p:txBody>
      </p:sp>
    </p:spTree>
    <p:extLst>
      <p:ext uri="{BB962C8B-B14F-4D97-AF65-F5344CB8AC3E}">
        <p14:creationId xmlns:p14="http://schemas.microsoft.com/office/powerpoint/2010/main" val="3798930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34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Hea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400800" y="3810000"/>
            <a:ext cx="0" cy="7351776"/>
          </a:xfrm>
          <a:prstGeom prst="line">
            <a:avLst/>
          </a:prstGeom>
          <a:ln w="3175" cmpd="sng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934200" y="3810000"/>
            <a:ext cx="10570600" cy="1024466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entury Gothic" panose="020B050202020202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 dirty="0"/>
              <a:t>Main Point</a:t>
            </a:r>
          </a:p>
        </p:txBody>
      </p:sp>
      <p:sp>
        <p:nvSpPr>
          <p:cNvPr id="9" name="Title 17"/>
          <p:cNvSpPr>
            <a:spLocks noGrp="1"/>
          </p:cNvSpPr>
          <p:nvPr>
            <p:ph type="title"/>
          </p:nvPr>
        </p:nvSpPr>
        <p:spPr>
          <a:xfrm>
            <a:off x="762000" y="962025"/>
            <a:ext cx="16742800" cy="132397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6934200" y="5029200"/>
            <a:ext cx="10570600" cy="6132576"/>
          </a:xfrm>
        </p:spPr>
        <p:txBody>
          <a:bodyPr>
            <a:normAutofit/>
          </a:bodyPr>
          <a:lstStyle>
            <a:lvl1pPr>
              <a:defRPr sz="32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Paragraph or Bullet Points or Something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762000" y="3810000"/>
            <a:ext cx="5029200" cy="7348537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Picture</a:t>
            </a:r>
          </a:p>
          <a:p>
            <a:r>
              <a:rPr lang="en-US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65954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oint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0050082" y="2971800"/>
            <a:ext cx="7443216" cy="1024466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entury Gothic" panose="020B050202020202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 dirty="0"/>
              <a:t>Second Point</a:t>
            </a:r>
          </a:p>
        </p:txBody>
      </p:sp>
      <p:sp>
        <p:nvSpPr>
          <p:cNvPr id="9" name="Title 17"/>
          <p:cNvSpPr>
            <a:spLocks noGrp="1"/>
          </p:cNvSpPr>
          <p:nvPr>
            <p:ph type="title"/>
          </p:nvPr>
        </p:nvSpPr>
        <p:spPr>
          <a:xfrm>
            <a:off x="762000" y="962025"/>
            <a:ext cx="16742800" cy="132397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10050082" y="4267200"/>
            <a:ext cx="7454718" cy="6894576"/>
          </a:xfrm>
        </p:spPr>
        <p:txBody>
          <a:bodyPr>
            <a:normAutofit/>
          </a:bodyPr>
          <a:lstStyle>
            <a:lvl1pPr>
              <a:defRPr sz="32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Paragraph or Bullet Points or Something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83200" y="2971800"/>
            <a:ext cx="7446400" cy="1024466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entury Gothic" panose="020B050202020202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 dirty="0"/>
              <a:t>First Point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83200" y="4267200"/>
            <a:ext cx="7446400" cy="6894576"/>
          </a:xfrm>
        </p:spPr>
        <p:txBody>
          <a:bodyPr>
            <a:normAutofit/>
          </a:bodyPr>
          <a:lstStyle>
            <a:lvl1pPr>
              <a:defRPr sz="32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Paragraph or Bullet Points or Something</a:t>
            </a:r>
          </a:p>
        </p:txBody>
      </p:sp>
    </p:spTree>
    <p:extLst>
      <p:ext uri="{BB962C8B-B14F-4D97-AF65-F5344CB8AC3E}">
        <p14:creationId xmlns:p14="http://schemas.microsoft.com/office/powerpoint/2010/main" val="3205082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s with Lab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664142" y="4038600"/>
            <a:ext cx="3200400" cy="4267200"/>
          </a:xfrm>
        </p:spPr>
      </p:sp>
      <p:sp>
        <p:nvSpPr>
          <p:cNvPr id="31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5376628" y="4038600"/>
            <a:ext cx="3200400" cy="4267200"/>
          </a:xfrm>
        </p:spPr>
      </p:sp>
      <p:sp>
        <p:nvSpPr>
          <p:cNvPr id="3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9089114" y="4038600"/>
            <a:ext cx="3200400" cy="4267200"/>
          </a:xfrm>
        </p:spPr>
      </p:sp>
      <p:sp>
        <p:nvSpPr>
          <p:cNvPr id="33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12801600" y="4038600"/>
            <a:ext cx="3200400" cy="4267200"/>
          </a:xfrm>
        </p:spPr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1663700" y="8534400"/>
            <a:ext cx="3200400" cy="1676400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376628" y="8534400"/>
            <a:ext cx="3200400" cy="1676400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9102842" y="8534400"/>
            <a:ext cx="3200400" cy="1676400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2801600" y="8560279"/>
            <a:ext cx="3200400" cy="1676400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648082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932446" y="2819400"/>
            <a:ext cx="3476116" cy="356378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9096339" y="2819400"/>
            <a:ext cx="3476116" cy="356378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6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12678285" y="2819400"/>
            <a:ext cx="3476116" cy="356378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1932446" y="6477001"/>
            <a:ext cx="3476116" cy="3566160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8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5514392" y="6477000"/>
            <a:ext cx="3476116" cy="3566161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9096339" y="6477000"/>
            <a:ext cx="3476116" cy="3566161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12678285" y="6477000"/>
            <a:ext cx="3476116" cy="3566161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2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5514392" y="2819400"/>
            <a:ext cx="3476116" cy="356378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36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762000" y="962025"/>
            <a:ext cx="16742800" cy="1323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2249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00"/>
                            </p:stCondLst>
                            <p:childTnLst>
                              <p:par>
                                <p:cTn id="4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800"/>
                            </p:stCondLst>
                            <p:childTnLst>
                              <p:par>
                                <p:cTn id="4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6" grpId="0"/>
      <p:bldP spid="27" grpId="0"/>
      <p:bldP spid="28" grpId="0"/>
      <p:bldP spid="29" grpId="0"/>
      <p:bldP spid="30" grpId="0"/>
      <p:bldP spid="3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971800"/>
            <a:ext cx="16743363" cy="8077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3296598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62000" y="2895600"/>
            <a:ext cx="16742800" cy="8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5988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AutoShape 98"/>
          <p:cNvSpPr>
            <a:spLocks/>
          </p:cNvSpPr>
          <p:nvPr userDrawn="1"/>
        </p:nvSpPr>
        <p:spPr bwMode="auto">
          <a:xfrm>
            <a:off x="8844068" y="1752600"/>
            <a:ext cx="365760" cy="51206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7647"/>
                </a:moveTo>
                <a:cubicBezTo>
                  <a:pt x="21599" y="8410"/>
                  <a:pt x="21443" y="9124"/>
                  <a:pt x="21132" y="9804"/>
                </a:cubicBezTo>
                <a:cubicBezTo>
                  <a:pt x="20820" y="10488"/>
                  <a:pt x="20404" y="11134"/>
                  <a:pt x="19880" y="11747"/>
                </a:cubicBezTo>
                <a:lnTo>
                  <a:pt x="12619" y="20679"/>
                </a:lnTo>
                <a:cubicBezTo>
                  <a:pt x="12095" y="21292"/>
                  <a:pt x="11491" y="21599"/>
                  <a:pt x="10804" y="21599"/>
                </a:cubicBezTo>
                <a:cubicBezTo>
                  <a:pt x="10112" y="21599"/>
                  <a:pt x="9520" y="21292"/>
                  <a:pt x="9024" y="20679"/>
                </a:cubicBezTo>
                <a:lnTo>
                  <a:pt x="1727" y="11718"/>
                </a:lnTo>
                <a:cubicBezTo>
                  <a:pt x="1203" y="11106"/>
                  <a:pt x="783" y="10462"/>
                  <a:pt x="472" y="9782"/>
                </a:cubicBezTo>
                <a:cubicBezTo>
                  <a:pt x="156" y="9110"/>
                  <a:pt x="0" y="8398"/>
                  <a:pt x="0" y="7647"/>
                </a:cubicBezTo>
                <a:cubicBezTo>
                  <a:pt x="0" y="6594"/>
                  <a:pt x="279" y="5601"/>
                  <a:pt x="843" y="4669"/>
                </a:cubicBezTo>
                <a:cubicBezTo>
                  <a:pt x="1403" y="3737"/>
                  <a:pt x="2179" y="2921"/>
                  <a:pt x="3164" y="2227"/>
                </a:cubicBezTo>
                <a:cubicBezTo>
                  <a:pt x="4143" y="1538"/>
                  <a:pt x="5296" y="990"/>
                  <a:pt x="6615" y="595"/>
                </a:cubicBezTo>
                <a:cubicBezTo>
                  <a:pt x="7936" y="197"/>
                  <a:pt x="9344" y="0"/>
                  <a:pt x="10819" y="0"/>
                </a:cubicBezTo>
                <a:cubicBezTo>
                  <a:pt x="12315" y="0"/>
                  <a:pt x="13719" y="197"/>
                  <a:pt x="15023" y="595"/>
                </a:cubicBezTo>
                <a:cubicBezTo>
                  <a:pt x="16335" y="993"/>
                  <a:pt x="17475" y="1538"/>
                  <a:pt x="18451" y="2227"/>
                </a:cubicBezTo>
                <a:cubicBezTo>
                  <a:pt x="19427" y="2921"/>
                  <a:pt x="20200" y="3737"/>
                  <a:pt x="20756" y="4669"/>
                </a:cubicBezTo>
                <a:cubicBezTo>
                  <a:pt x="21320" y="5603"/>
                  <a:pt x="21599" y="6594"/>
                  <a:pt x="21599" y="7647"/>
                </a:cubicBezTo>
                <a:moveTo>
                  <a:pt x="10819" y="11408"/>
                </a:moveTo>
                <a:cubicBezTo>
                  <a:pt x="11547" y="11408"/>
                  <a:pt x="12240" y="11309"/>
                  <a:pt x="12900" y="11114"/>
                </a:cubicBezTo>
                <a:cubicBezTo>
                  <a:pt x="13556" y="10922"/>
                  <a:pt x="14127" y="10651"/>
                  <a:pt x="14612" y="10310"/>
                </a:cubicBezTo>
                <a:cubicBezTo>
                  <a:pt x="15096" y="9968"/>
                  <a:pt x="15476" y="9564"/>
                  <a:pt x="15748" y="9107"/>
                </a:cubicBezTo>
                <a:cubicBezTo>
                  <a:pt x="16028" y="8650"/>
                  <a:pt x="16164" y="8158"/>
                  <a:pt x="16164" y="7645"/>
                </a:cubicBezTo>
                <a:cubicBezTo>
                  <a:pt x="16164" y="7131"/>
                  <a:pt x="16028" y="6642"/>
                  <a:pt x="15748" y="6176"/>
                </a:cubicBezTo>
                <a:cubicBezTo>
                  <a:pt x="15476" y="5713"/>
                  <a:pt x="15096" y="5304"/>
                  <a:pt x="14612" y="4951"/>
                </a:cubicBezTo>
                <a:cubicBezTo>
                  <a:pt x="14128" y="4604"/>
                  <a:pt x="13564" y="4327"/>
                  <a:pt x="12908" y="4135"/>
                </a:cubicBezTo>
                <a:cubicBezTo>
                  <a:pt x="12256" y="3943"/>
                  <a:pt x="11564" y="3842"/>
                  <a:pt x="10820" y="3842"/>
                </a:cubicBezTo>
                <a:cubicBezTo>
                  <a:pt x="10068" y="3842"/>
                  <a:pt x="9376" y="3940"/>
                  <a:pt x="8736" y="4135"/>
                </a:cubicBezTo>
                <a:cubicBezTo>
                  <a:pt x="8092" y="4327"/>
                  <a:pt x="7528" y="4604"/>
                  <a:pt x="7032" y="4951"/>
                </a:cubicBezTo>
                <a:cubicBezTo>
                  <a:pt x="6532" y="5304"/>
                  <a:pt x="6148" y="5713"/>
                  <a:pt x="5872" y="6171"/>
                </a:cubicBezTo>
                <a:cubicBezTo>
                  <a:pt x="5596" y="6628"/>
                  <a:pt x="5460" y="7119"/>
                  <a:pt x="5460" y="7642"/>
                </a:cubicBezTo>
                <a:cubicBezTo>
                  <a:pt x="5460" y="8155"/>
                  <a:pt x="5596" y="8644"/>
                  <a:pt x="5872" y="9104"/>
                </a:cubicBezTo>
                <a:cubicBezTo>
                  <a:pt x="6148" y="9561"/>
                  <a:pt x="6532" y="9965"/>
                  <a:pt x="7032" y="10307"/>
                </a:cubicBezTo>
                <a:cubicBezTo>
                  <a:pt x="7528" y="10648"/>
                  <a:pt x="8092" y="10919"/>
                  <a:pt x="8736" y="11111"/>
                </a:cubicBezTo>
                <a:cubicBezTo>
                  <a:pt x="9376" y="11309"/>
                  <a:pt x="10068" y="11408"/>
                  <a:pt x="10819" y="11408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/>
        </p:spPr>
        <p:txBody>
          <a:bodyPr lIns="38100" tIns="38100" rIns="38100" bIns="38100" anchor="t"/>
          <a:lstStyle/>
          <a:p>
            <a:pPr defTabSz="342900">
              <a:defRPr/>
            </a:pPr>
            <a:endParaRPr lang="es-ES" sz="22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15" name="AutoShape 73"/>
          <p:cNvSpPr>
            <a:spLocks/>
          </p:cNvSpPr>
          <p:nvPr userDrawn="1"/>
        </p:nvSpPr>
        <p:spPr bwMode="auto">
          <a:xfrm>
            <a:off x="8798348" y="9077165"/>
            <a:ext cx="457200" cy="457200"/>
          </a:xfrm>
          <a:custGeom>
            <a:avLst/>
            <a:gdLst>
              <a:gd name="T0" fmla="*/ 10800 w 21600"/>
              <a:gd name="T1" fmla="*/ 10794 h 21588"/>
              <a:gd name="T2" fmla="*/ 10800 w 21600"/>
              <a:gd name="T3" fmla="*/ 10794 h 21588"/>
              <a:gd name="T4" fmla="*/ 10800 w 21600"/>
              <a:gd name="T5" fmla="*/ 10794 h 21588"/>
              <a:gd name="T6" fmla="*/ 10800 w 21600"/>
              <a:gd name="T7" fmla="*/ 10794 h 2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88">
                <a:moveTo>
                  <a:pt x="17530" y="7696"/>
                </a:moveTo>
                <a:cubicBezTo>
                  <a:pt x="17530" y="8751"/>
                  <a:pt x="17302" y="9747"/>
                  <a:pt x="16843" y="10684"/>
                </a:cubicBezTo>
                <a:cubicBezTo>
                  <a:pt x="16386" y="11620"/>
                  <a:pt x="15760" y="12436"/>
                  <a:pt x="14969" y="13127"/>
                </a:cubicBezTo>
                <a:cubicBezTo>
                  <a:pt x="14176" y="13821"/>
                  <a:pt x="13249" y="14371"/>
                  <a:pt x="12185" y="14775"/>
                </a:cubicBezTo>
                <a:cubicBezTo>
                  <a:pt x="11121" y="15181"/>
                  <a:pt x="9982" y="15384"/>
                  <a:pt x="8765" y="15384"/>
                </a:cubicBezTo>
                <a:cubicBezTo>
                  <a:pt x="8487" y="15384"/>
                  <a:pt x="8212" y="15370"/>
                  <a:pt x="7936" y="15342"/>
                </a:cubicBezTo>
                <a:cubicBezTo>
                  <a:pt x="7663" y="15316"/>
                  <a:pt x="7395" y="15283"/>
                  <a:pt x="7131" y="15249"/>
                </a:cubicBezTo>
                <a:cubicBezTo>
                  <a:pt x="6027" y="16264"/>
                  <a:pt x="4766" y="16967"/>
                  <a:pt x="3346" y="17339"/>
                </a:cubicBezTo>
                <a:cubicBezTo>
                  <a:pt x="3196" y="17379"/>
                  <a:pt x="3043" y="17413"/>
                  <a:pt x="2890" y="17444"/>
                </a:cubicBezTo>
                <a:cubicBezTo>
                  <a:pt x="2735" y="17475"/>
                  <a:pt x="2572" y="17509"/>
                  <a:pt x="2398" y="17545"/>
                </a:cubicBezTo>
                <a:cubicBezTo>
                  <a:pt x="2308" y="17562"/>
                  <a:pt x="2228" y="17534"/>
                  <a:pt x="2155" y="17455"/>
                </a:cubicBezTo>
                <a:cubicBezTo>
                  <a:pt x="2085" y="17379"/>
                  <a:pt x="2033" y="17297"/>
                  <a:pt x="2005" y="17207"/>
                </a:cubicBezTo>
                <a:lnTo>
                  <a:pt x="2005" y="17181"/>
                </a:lnTo>
                <a:cubicBezTo>
                  <a:pt x="1974" y="17071"/>
                  <a:pt x="1986" y="16984"/>
                  <a:pt x="2038" y="16916"/>
                </a:cubicBezTo>
                <a:cubicBezTo>
                  <a:pt x="2090" y="16851"/>
                  <a:pt x="2158" y="16769"/>
                  <a:pt x="2240" y="16679"/>
                </a:cubicBezTo>
                <a:cubicBezTo>
                  <a:pt x="2377" y="16518"/>
                  <a:pt x="2506" y="16355"/>
                  <a:pt x="2629" y="16188"/>
                </a:cubicBezTo>
                <a:cubicBezTo>
                  <a:pt x="2753" y="16022"/>
                  <a:pt x="2864" y="15830"/>
                  <a:pt x="2963" y="15621"/>
                </a:cubicBezTo>
                <a:cubicBezTo>
                  <a:pt x="3059" y="15410"/>
                  <a:pt x="3151" y="15159"/>
                  <a:pt x="3238" y="14871"/>
                </a:cubicBezTo>
                <a:cubicBezTo>
                  <a:pt x="3325" y="14580"/>
                  <a:pt x="3398" y="14225"/>
                  <a:pt x="3457" y="13801"/>
                </a:cubicBezTo>
                <a:cubicBezTo>
                  <a:pt x="2398" y="13102"/>
                  <a:pt x="1558" y="12222"/>
                  <a:pt x="934" y="11164"/>
                </a:cubicBezTo>
                <a:cubicBezTo>
                  <a:pt x="310" y="10106"/>
                  <a:pt x="0" y="8952"/>
                  <a:pt x="0" y="7696"/>
                </a:cubicBezTo>
                <a:cubicBezTo>
                  <a:pt x="0" y="6627"/>
                  <a:pt x="230" y="5625"/>
                  <a:pt x="691" y="4694"/>
                </a:cubicBezTo>
                <a:cubicBezTo>
                  <a:pt x="1153" y="3763"/>
                  <a:pt x="1781" y="2948"/>
                  <a:pt x="2574" y="2257"/>
                </a:cubicBezTo>
                <a:cubicBezTo>
                  <a:pt x="3365" y="1565"/>
                  <a:pt x="4290" y="1012"/>
                  <a:pt x="5352" y="609"/>
                </a:cubicBezTo>
                <a:cubicBezTo>
                  <a:pt x="6409" y="203"/>
                  <a:pt x="7548" y="0"/>
                  <a:pt x="8765" y="0"/>
                </a:cubicBezTo>
                <a:cubicBezTo>
                  <a:pt x="9982" y="0"/>
                  <a:pt x="11121" y="203"/>
                  <a:pt x="12185" y="609"/>
                </a:cubicBezTo>
                <a:cubicBezTo>
                  <a:pt x="13249" y="1012"/>
                  <a:pt x="14176" y="1565"/>
                  <a:pt x="14969" y="2257"/>
                </a:cubicBezTo>
                <a:cubicBezTo>
                  <a:pt x="15760" y="2948"/>
                  <a:pt x="16386" y="3763"/>
                  <a:pt x="16843" y="4694"/>
                </a:cubicBezTo>
                <a:cubicBezTo>
                  <a:pt x="17302" y="5625"/>
                  <a:pt x="17530" y="6627"/>
                  <a:pt x="17530" y="7696"/>
                </a:cubicBezTo>
                <a:moveTo>
                  <a:pt x="21599" y="11736"/>
                </a:moveTo>
                <a:cubicBezTo>
                  <a:pt x="21599" y="12986"/>
                  <a:pt x="21286" y="14146"/>
                  <a:pt x="20665" y="15204"/>
                </a:cubicBezTo>
                <a:cubicBezTo>
                  <a:pt x="20039" y="16261"/>
                  <a:pt x="19199" y="17139"/>
                  <a:pt x="18140" y="17841"/>
                </a:cubicBezTo>
                <a:cubicBezTo>
                  <a:pt x="18201" y="18265"/>
                  <a:pt x="18271" y="18620"/>
                  <a:pt x="18354" y="18908"/>
                </a:cubicBezTo>
                <a:cubicBezTo>
                  <a:pt x="18436" y="19199"/>
                  <a:pt x="18533" y="19444"/>
                  <a:pt x="18641" y="19661"/>
                </a:cubicBezTo>
                <a:cubicBezTo>
                  <a:pt x="18752" y="19870"/>
                  <a:pt x="18862" y="20059"/>
                  <a:pt x="18980" y="20226"/>
                </a:cubicBezTo>
                <a:cubicBezTo>
                  <a:pt x="19095" y="20392"/>
                  <a:pt x="19222" y="20556"/>
                  <a:pt x="19356" y="20719"/>
                </a:cubicBezTo>
                <a:cubicBezTo>
                  <a:pt x="19432" y="20809"/>
                  <a:pt x="19498" y="20891"/>
                  <a:pt x="19554" y="20968"/>
                </a:cubicBezTo>
                <a:cubicBezTo>
                  <a:pt x="19611" y="21047"/>
                  <a:pt x="19622" y="21128"/>
                  <a:pt x="19592" y="21219"/>
                </a:cubicBezTo>
                <a:lnTo>
                  <a:pt x="19592" y="21247"/>
                </a:lnTo>
                <a:cubicBezTo>
                  <a:pt x="19578" y="21351"/>
                  <a:pt x="19533" y="21439"/>
                  <a:pt x="19453" y="21509"/>
                </a:cubicBezTo>
                <a:cubicBezTo>
                  <a:pt x="19373" y="21577"/>
                  <a:pt x="19291" y="21599"/>
                  <a:pt x="19199" y="21583"/>
                </a:cubicBezTo>
                <a:cubicBezTo>
                  <a:pt x="19027" y="21549"/>
                  <a:pt x="18862" y="21512"/>
                  <a:pt x="18709" y="21481"/>
                </a:cubicBezTo>
                <a:cubicBezTo>
                  <a:pt x="18556" y="21450"/>
                  <a:pt x="18403" y="21419"/>
                  <a:pt x="18253" y="21379"/>
                </a:cubicBezTo>
                <a:cubicBezTo>
                  <a:pt x="17530" y="21199"/>
                  <a:pt x="16854" y="20931"/>
                  <a:pt x="16224" y="20570"/>
                </a:cubicBezTo>
                <a:cubicBezTo>
                  <a:pt x="15593" y="20211"/>
                  <a:pt x="15007" y="19783"/>
                  <a:pt x="14468" y="19286"/>
                </a:cubicBezTo>
                <a:cubicBezTo>
                  <a:pt x="14204" y="19323"/>
                  <a:pt x="13936" y="19354"/>
                  <a:pt x="13660" y="19382"/>
                </a:cubicBezTo>
                <a:cubicBezTo>
                  <a:pt x="13387" y="19407"/>
                  <a:pt x="13112" y="19424"/>
                  <a:pt x="12832" y="19424"/>
                </a:cubicBezTo>
                <a:cubicBezTo>
                  <a:pt x="11773" y="19424"/>
                  <a:pt x="10777" y="19263"/>
                  <a:pt x="9847" y="18950"/>
                </a:cubicBezTo>
                <a:cubicBezTo>
                  <a:pt x="8915" y="18634"/>
                  <a:pt x="8070" y="18211"/>
                  <a:pt x="7312" y="17678"/>
                </a:cubicBezTo>
                <a:cubicBezTo>
                  <a:pt x="7357" y="17644"/>
                  <a:pt x="7407" y="17607"/>
                  <a:pt x="7463" y="17571"/>
                </a:cubicBezTo>
                <a:cubicBezTo>
                  <a:pt x="7520" y="17537"/>
                  <a:pt x="7571" y="17500"/>
                  <a:pt x="7616" y="17463"/>
                </a:cubicBezTo>
                <a:cubicBezTo>
                  <a:pt x="8000" y="17517"/>
                  <a:pt x="8381" y="17545"/>
                  <a:pt x="8765" y="17545"/>
                </a:cubicBezTo>
                <a:cubicBezTo>
                  <a:pt x="10245" y="17545"/>
                  <a:pt x="11632" y="17291"/>
                  <a:pt x="12921" y="16781"/>
                </a:cubicBezTo>
                <a:cubicBezTo>
                  <a:pt x="14214" y="16270"/>
                  <a:pt x="15334" y="15576"/>
                  <a:pt x="16280" y="14690"/>
                </a:cubicBezTo>
                <a:cubicBezTo>
                  <a:pt x="17229" y="13801"/>
                  <a:pt x="17972" y="12757"/>
                  <a:pt x="18516" y="11558"/>
                </a:cubicBezTo>
                <a:cubicBezTo>
                  <a:pt x="19062" y="10365"/>
                  <a:pt x="19335" y="9075"/>
                  <a:pt x="19335" y="7696"/>
                </a:cubicBezTo>
                <a:cubicBezTo>
                  <a:pt x="19335" y="7326"/>
                  <a:pt x="19312" y="6954"/>
                  <a:pt x="19267" y="6564"/>
                </a:cubicBezTo>
                <a:cubicBezTo>
                  <a:pt x="19987" y="7267"/>
                  <a:pt x="20557" y="8054"/>
                  <a:pt x="20973" y="8926"/>
                </a:cubicBezTo>
                <a:cubicBezTo>
                  <a:pt x="21392" y="9801"/>
                  <a:pt x="21599" y="10737"/>
                  <a:pt x="21599" y="11736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  <a:extLst/>
        </p:spPr>
        <p:txBody>
          <a:bodyPr lIns="38100" tIns="38100" rIns="38100" bIns="38100" anchor="ctr"/>
          <a:lstStyle/>
          <a:p>
            <a:pPr defTabSz="342900">
              <a:defRPr/>
            </a:pPr>
            <a:r>
              <a:rPr lang="es-ES" sz="22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cs typeface="Gill Sans" charset="0"/>
                <a:sym typeface="Gill Sans" charset="0"/>
              </a:rPr>
              <a:t> </a:t>
            </a: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9448800" y="5300239"/>
            <a:ext cx="8165269" cy="2243561"/>
          </a:xfrm>
          <a:prstGeom prst="rect">
            <a:avLst/>
          </a:prstGeom>
        </p:spPr>
        <p:txBody>
          <a:bodyPr vert="horz" lIns="243852" tIns="121926" rIns="243852" bIns="121926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Facebook.com/mentalhealthamerica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Twitter.com/mentalhealtham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entury Gothic" panose="020B0502020202020204" pitchFamily="34" charset="0"/>
                <a:cs typeface="Source Sans Pro ExtraLight"/>
              </a:rPr>
              <a:t>Youtube.com/mentalhealthamerica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09600" y="1496705"/>
            <a:ext cx="7696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b="1" dirty="0">
                <a:solidFill>
                  <a:schemeClr val="bg2"/>
                </a:solidFill>
              </a:rPr>
              <a:t>Contact Us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9468873" y="1600200"/>
            <a:ext cx="660932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Mental Health America</a:t>
            </a:r>
          </a:p>
          <a:p>
            <a:r>
              <a:rPr lang="en-US" sz="4400" dirty="0"/>
              <a:t>500 Montgomery</a:t>
            </a:r>
            <a:r>
              <a:rPr lang="en-US" sz="4400" baseline="0" dirty="0"/>
              <a:t> Street</a:t>
            </a:r>
          </a:p>
          <a:p>
            <a:r>
              <a:rPr lang="en-US" sz="4400" baseline="0" dirty="0"/>
              <a:t>Suite 820</a:t>
            </a:r>
          </a:p>
          <a:p>
            <a:r>
              <a:rPr lang="en-US" sz="4400" baseline="0" dirty="0"/>
              <a:t>Alexandria, VA 22314</a:t>
            </a:r>
            <a:endParaRPr lang="en-US" sz="4400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9527" r="19629"/>
          <a:stretch/>
        </p:blipFill>
        <p:spPr>
          <a:xfrm>
            <a:off x="800098" y="3297290"/>
            <a:ext cx="5715001" cy="780077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74079" y="5425550"/>
            <a:ext cx="512064" cy="51206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74079" y="6098938"/>
            <a:ext cx="512064" cy="51206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774079" y="6803136"/>
            <a:ext cx="512064" cy="512064"/>
          </a:xfrm>
          <a:prstGeom prst="rect">
            <a:avLst/>
          </a:prstGeom>
        </p:spPr>
      </p:pic>
      <p:sp>
        <p:nvSpPr>
          <p:cNvPr id="2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9677400" y="8972967"/>
            <a:ext cx="7391400" cy="2428875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Your contact info here</a:t>
            </a:r>
          </a:p>
        </p:txBody>
      </p:sp>
    </p:spTree>
    <p:extLst>
      <p:ext uri="{BB962C8B-B14F-4D97-AF65-F5344CB8AC3E}">
        <p14:creationId xmlns:p14="http://schemas.microsoft.com/office/powerpoint/2010/main" val="8376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53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BCFF-0EFE-4AA1-977A-577A77A96F49}" type="datetimeFigureOut">
              <a:rPr lang="en-US" smtClean="0"/>
              <a:t>6/5/2018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044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09600" y="788895"/>
            <a:ext cx="17190720" cy="149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09600" y="2738344"/>
            <a:ext cx="17221200" cy="9753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2618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uFillTx/>
              </a:defRPr>
            </a:pPr>
            <a:r>
              <a:rPr sz="8800" b="1">
                <a:uFill>
                  <a:solidFill/>
                </a:uFill>
              </a:rPr>
              <a:t>Title Text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1567180" indent="-571500">
              <a:spcBef>
                <a:spcPts val="600"/>
              </a:spcBef>
              <a:defRPr sz="5600" b="0" i="1"/>
            </a:lvl2pPr>
            <a:lvl3pPr marL="2367278" indent="-457200">
              <a:spcBef>
                <a:spcPts val="400"/>
              </a:spcBef>
              <a:defRPr sz="4800"/>
            </a:lvl3pPr>
            <a:lvl4pPr marL="3281678" indent="-457200">
              <a:spcBef>
                <a:spcPts val="400"/>
              </a:spcBef>
              <a:defRPr sz="4000" b="0" i="1"/>
            </a:lvl4pPr>
            <a:lvl5pPr marL="4196078" indent="-457200">
              <a:spcBef>
                <a:spcPts val="400"/>
              </a:spcBef>
              <a:defRPr sz="4000"/>
            </a:lvl5pPr>
          </a:lstStyle>
          <a:p>
            <a:pPr lvl="0">
              <a:defRPr sz="1800" b="0">
                <a:uFillTx/>
              </a:defRPr>
            </a:pPr>
            <a:r>
              <a:rPr sz="6400" b="1">
                <a:uFill>
                  <a:solidFill/>
                </a:uFill>
              </a:rPr>
              <a:t>Body Level One</a:t>
            </a:r>
          </a:p>
          <a:p>
            <a:pPr lvl="1">
              <a:defRPr sz="1800" i="0">
                <a:uFillTx/>
              </a:defRPr>
            </a:pPr>
            <a:r>
              <a:rPr sz="5600" i="1">
                <a:uFill>
                  <a:solidFill/>
                </a:uFill>
              </a:rPr>
              <a:t>Body Level Two</a:t>
            </a:r>
          </a:p>
          <a:p>
            <a:pPr lvl="2">
              <a:defRPr sz="1800" b="0">
                <a:uFillTx/>
              </a:defRPr>
            </a:pPr>
            <a:r>
              <a:rPr sz="4800" b="1">
                <a:uFill>
                  <a:solidFill/>
                </a:uFill>
              </a:rPr>
              <a:t>Body Level Three</a:t>
            </a:r>
          </a:p>
          <a:p>
            <a:pPr lvl="3">
              <a:defRPr sz="1800" i="0">
                <a:uFillTx/>
              </a:defRPr>
            </a:pPr>
            <a:r>
              <a:rPr sz="4000" i="1">
                <a:uFill>
                  <a:solidFill/>
                </a:uFill>
              </a:rPr>
              <a:t>Body Level Four</a:t>
            </a:r>
          </a:p>
          <a:p>
            <a:pPr lvl="4">
              <a:defRPr sz="1800" b="0">
                <a:uFillTx/>
              </a:defRPr>
            </a:pPr>
            <a:r>
              <a:rPr sz="4000" b="1">
                <a:uFill>
                  <a:solidFill/>
                </a:u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796522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762000" y="962025"/>
            <a:ext cx="16742800" cy="1323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783200" y="2438400"/>
            <a:ext cx="16721600" cy="9328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17504800" y="0"/>
            <a:ext cx="783200" cy="5775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336B6-AC0B-4DC8-97E4-BF1A1A542E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37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63" r:id="rId3"/>
    <p:sldLayoutId id="2147483726" r:id="rId4"/>
    <p:sldLayoutId id="2147483662" r:id="rId5"/>
    <p:sldLayoutId id="2147483669" r:id="rId6"/>
    <p:sldLayoutId id="2147483679" r:id="rId7"/>
    <p:sldLayoutId id="2147483727" r:id="rId8"/>
    <p:sldLayoutId id="2147483725" r:id="rId9"/>
    <p:sldLayoutId id="2147483729" r:id="rId10"/>
    <p:sldLayoutId id="2147483731" r:id="rId11"/>
    <p:sldLayoutId id="2147483733" r:id="rId12"/>
    <p:sldLayoutId id="2147483734" r:id="rId1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  <p:txStyles>
    <p:titleStyle>
      <a:lvl1pPr algn="ctr" defTabSz="1219261" rtl="0" eaLnBrk="1" latinLnBrk="0" hangingPunct="1">
        <a:spcBef>
          <a:spcPct val="0"/>
        </a:spcBef>
        <a:buNone/>
        <a:defRPr sz="7500" b="1" kern="1200" baseline="0">
          <a:solidFill>
            <a:schemeClr val="bg2"/>
          </a:solidFill>
          <a:latin typeface="Century Gothic" panose="020B0502020202020204" pitchFamily="34" charset="0"/>
          <a:ea typeface="+mj-ea"/>
          <a:cs typeface="Century Gothic" panose="020B0502020202020204" pitchFamily="34" charset="0"/>
        </a:defRPr>
      </a:lvl1pPr>
    </p:titleStyle>
    <p:bodyStyle>
      <a:lvl1pPr marL="0" indent="0" algn="l" defTabSz="1219261" rtl="0" eaLnBrk="1" latinLnBrk="0" hangingPunct="1">
        <a:spcBef>
          <a:spcPct val="20000"/>
        </a:spcBef>
        <a:buFont typeface="Arial"/>
        <a:buNone/>
        <a:defRPr sz="6400" kern="1200">
          <a:solidFill>
            <a:schemeClr val="tx2"/>
          </a:solidFill>
          <a:latin typeface="Corbel" panose="020B0503020204020204" pitchFamily="34" charset="0"/>
          <a:ea typeface="+mn-ea"/>
          <a:cs typeface="Corbel" panose="020B0503020204020204" pitchFamily="34" charset="0"/>
        </a:defRPr>
      </a:lvl1pPr>
      <a:lvl2pPr marL="1219261" indent="0" algn="l" defTabSz="1219261" rtl="0" eaLnBrk="1" latinLnBrk="0" hangingPunct="1">
        <a:spcBef>
          <a:spcPct val="20000"/>
        </a:spcBef>
        <a:buFont typeface="Arial"/>
        <a:buNone/>
        <a:defRPr sz="6000" kern="120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2pPr>
      <a:lvl3pPr marL="2438522" indent="0" algn="l" defTabSz="1219261" rtl="0" eaLnBrk="1" latinLnBrk="0" hangingPunct="1">
        <a:spcBef>
          <a:spcPct val="20000"/>
        </a:spcBef>
        <a:buFont typeface="Arial"/>
        <a:buNone/>
        <a:defRPr sz="4800" kern="1200">
          <a:solidFill>
            <a:schemeClr val="bg2"/>
          </a:solidFill>
          <a:latin typeface="+mj-lt"/>
          <a:ea typeface="+mn-ea"/>
          <a:cs typeface="Sylfaen" panose="010A0502050306030303" pitchFamily="18" charset="0"/>
        </a:defRPr>
      </a:lvl3pPr>
      <a:lvl4pPr marL="3657783" indent="0" algn="l" defTabSz="1219261" rtl="0" eaLnBrk="1" latinLnBrk="0" hangingPunct="1">
        <a:spcBef>
          <a:spcPct val="20000"/>
        </a:spcBef>
        <a:buFont typeface="Arial"/>
        <a:buNone/>
        <a:defRPr sz="3700" kern="1200">
          <a:solidFill>
            <a:schemeClr val="accent6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4877044" indent="0" algn="l" defTabSz="1219261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accent6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6705935" indent="-609630" algn="l" defTabSz="1219261" rtl="0" eaLnBrk="1" latinLnBrk="0" hangingPunct="1">
        <a:spcBef>
          <a:spcPct val="20000"/>
        </a:spcBef>
        <a:buFont typeface="Arial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5196" indent="-609630" algn="l" defTabSz="1219261" rtl="0" eaLnBrk="1" latinLnBrk="0" hangingPunct="1">
        <a:spcBef>
          <a:spcPct val="20000"/>
        </a:spcBef>
        <a:buFont typeface="Arial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457" indent="-609630" algn="l" defTabSz="1219261" rtl="0" eaLnBrk="1" latinLnBrk="0" hangingPunct="1">
        <a:spcBef>
          <a:spcPct val="20000"/>
        </a:spcBef>
        <a:buFont typeface="Arial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718" indent="-609630" algn="l" defTabSz="1219261" rtl="0" eaLnBrk="1" latinLnBrk="0" hangingPunct="1">
        <a:spcBef>
          <a:spcPct val="20000"/>
        </a:spcBef>
        <a:buFont typeface="Arial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61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522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783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7044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305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566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827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4088" algn="l" defTabSz="12192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6" Type="http://schemas.microsoft.com/office/2014/relationships/chartEx" Target="../charts/chartEx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0.png"/><Relationship Id="rId4" Type="http://schemas.microsoft.com/office/2014/relationships/chartEx" Target="../charts/chartEx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4/relationships/chartEx" Target="../charts/chartEx4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Layout" Target="../diagrams/layout13.xml"/><Relationship Id="rId7" Type="http://schemas.openxmlformats.org/officeDocument/2006/relationships/image" Target="../media/image10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mhalpern@mentalhealthamerica.net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MHA Screening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Madeline Halpern</a:t>
            </a:r>
          </a:p>
        </p:txBody>
      </p:sp>
    </p:spTree>
    <p:extLst>
      <p:ext uri="{BB962C8B-B14F-4D97-AF65-F5344CB8AC3E}">
        <p14:creationId xmlns:p14="http://schemas.microsoft.com/office/powerpoint/2010/main" val="2081320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FD56D1-C901-4A34-80F0-31D739A1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49A59F1-25FF-4703-8E18-B14498712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360314"/>
              </p:ext>
            </p:extLst>
          </p:nvPr>
        </p:nvGraphicFramePr>
        <p:xfrm>
          <a:off x="762000" y="2971800"/>
          <a:ext cx="16743363" cy="807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9B630D-B128-4B23-8C4F-9F80E39960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505363" y="0"/>
            <a:ext cx="782637" cy="577850"/>
          </a:xfrm>
        </p:spPr>
        <p:txBody>
          <a:bodyPr/>
          <a:lstStyle/>
          <a:p>
            <a:fld id="{FFE336B6-AC0B-4DC8-97E4-BF1A1A542EB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260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Screening Promotes Recovery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2F5CB19-7281-4830-AA55-7E6EC8B4CC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2939712"/>
              </p:ext>
            </p:extLst>
          </p:nvPr>
        </p:nvGraphicFramePr>
        <p:xfrm>
          <a:off x="783200" y="2939773"/>
          <a:ext cx="16133200" cy="7880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0644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000" dirty="0">
                <a:latin typeface="Candara" panose="020E0502030303020204" pitchFamily="34" charset="0"/>
              </a:rPr>
              <a:t>More Screening = Better Healthcare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5ED6FF8-7A52-4983-8B60-C48330B52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437393"/>
              </p:ext>
            </p:extLst>
          </p:nvPr>
        </p:nvGraphicFramePr>
        <p:xfrm>
          <a:off x="304800" y="2590800"/>
          <a:ext cx="16154400" cy="914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4331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MHA Screening Results Create Value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466736"/>
              </p:ext>
            </p:extLst>
          </p:nvPr>
        </p:nvGraphicFramePr>
        <p:xfrm>
          <a:off x="762000" y="2743200"/>
          <a:ext cx="15925800" cy="868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63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Screening Statistics</a:t>
            </a:r>
          </a:p>
        </p:txBody>
      </p:sp>
    </p:spTree>
    <p:extLst>
      <p:ext uri="{BB962C8B-B14F-4D97-AF65-F5344CB8AC3E}">
        <p14:creationId xmlns:p14="http://schemas.microsoft.com/office/powerpoint/2010/main" val="3466222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dirty="0">
                <a:latin typeface="+mj-lt"/>
              </a:rPr>
              <a:t>www.mhascreening.org</a:t>
            </a:r>
            <a:br>
              <a:rPr lang="en-US" b="1" dirty="0">
                <a:latin typeface="+mj-lt"/>
              </a:rPr>
            </a:br>
            <a:r>
              <a:rPr lang="en-US" b="1" dirty="0">
                <a:latin typeface="+mj-lt"/>
              </a:rPr>
              <a:t>2015-2017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/>
          </p:nvPr>
        </p:nvGraphicFramePr>
        <p:xfrm>
          <a:off x="3657600" y="7162800"/>
          <a:ext cx="91440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/>
          </p:nvPr>
        </p:nvGraphicFramePr>
        <p:xfrm>
          <a:off x="457200" y="2286000"/>
          <a:ext cx="91440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2" descr="C:\Users\pgionfriddo\AppData\Local\Microsoft\Windows\Temporary Internet Files\Content.IE5\J9EKOVU4\female silhouette[1]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0"/>
            <a:ext cx="4447314" cy="978408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C:\Users\pgionfriddo\AppData\Local\Microsoft\Windows\Temporary Internet Files\Content.IE5\G19J5VG2\man-42952_640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240000" y="5867400"/>
            <a:ext cx="1524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33600" y="6477000"/>
            <a:ext cx="14029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37252" y="8922603"/>
            <a:ext cx="14029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25%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B7C91FCA-52C3-408F-9BEA-B4466FFAF60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40332541"/>
                  </p:ext>
                </p:extLst>
              </p:nvPr>
            </p:nvGraphicFramePr>
            <p:xfrm>
              <a:off x="2800443" y="2833671"/>
              <a:ext cx="13684652" cy="864854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B7C91FCA-52C3-408F-9BEA-B4466FFAF6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0443" y="2833671"/>
                <a:ext cx="13684652" cy="86485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250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6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dirty="0">
                <a:latin typeface="+mj-lt"/>
              </a:rPr>
              <a:t>Race/Ethnicity</a:t>
            </a:r>
            <a:br>
              <a:rPr lang="en-US" b="1" dirty="0">
                <a:latin typeface="+mj-lt"/>
              </a:rPr>
            </a:br>
            <a:r>
              <a:rPr lang="en-US" b="1" dirty="0">
                <a:latin typeface="+mj-lt"/>
              </a:rPr>
              <a:t>2017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/>
          </p:nvPr>
        </p:nvGraphicFramePr>
        <p:xfrm>
          <a:off x="3657600" y="7162800"/>
          <a:ext cx="91440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/>
          </p:nvPr>
        </p:nvGraphicFramePr>
        <p:xfrm>
          <a:off x="457200" y="2286000"/>
          <a:ext cx="91440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B5337A67-2777-4656-B10A-3D37A68CA1F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59737058"/>
                  </p:ext>
                </p:extLst>
              </p:nvPr>
            </p:nvGraphicFramePr>
            <p:xfrm>
              <a:off x="2676197" y="2819399"/>
              <a:ext cx="13249604" cy="934234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B5337A67-2777-4656-B10A-3D37A68CA1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6197" y="2819399"/>
                <a:ext cx="13249604" cy="93423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0717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MHA Screeners by Income, 2015-2017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E32D2BF5-795A-4865-BB83-8940508F4AE9}"/>
                  </a:ext>
                </a:extLst>
              </p:cNvPr>
              <p:cNvGraphicFramePr/>
              <p:nvPr>
                <p:extLst/>
              </p:nvPr>
            </p:nvGraphicFramePr>
            <p:xfrm>
              <a:off x="1589600" y="2778664"/>
              <a:ext cx="15087600" cy="84836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E32D2BF5-795A-4865-BB83-8940508F4A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9600" y="2778664"/>
                <a:ext cx="15087600" cy="84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1530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Populations, 2015-2017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D9119210-46E4-431A-BB1D-B532385AB65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94457784"/>
                  </p:ext>
                </p:extLst>
              </p:nvPr>
            </p:nvGraphicFramePr>
            <p:xfrm>
              <a:off x="990600" y="2794000"/>
              <a:ext cx="16154400" cy="88646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D9119210-46E4-431A-BB1D-B532385AB6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600" y="2794000"/>
                <a:ext cx="16154400" cy="8864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7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MHA Screener Results, 2015-2017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6EEC644-8580-46FE-81DD-8198D53B52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3948134"/>
              </p:ext>
            </p:extLst>
          </p:nvPr>
        </p:nvGraphicFramePr>
        <p:xfrm>
          <a:off x="2057400" y="2286000"/>
          <a:ext cx="14173200" cy="9220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6BFA5D-CBC5-4FA2-9F05-0527B6DAA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4267777"/>
              </p:ext>
            </p:extLst>
          </p:nvPr>
        </p:nvGraphicFramePr>
        <p:xfrm>
          <a:off x="3076074" y="2794000"/>
          <a:ext cx="12192000" cy="86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67106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MHA Screeners: Next Steps,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D2F3AB3-AF42-4BC7-A667-87F19BAB6A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949961"/>
              </p:ext>
            </p:extLst>
          </p:nvPr>
        </p:nvGraphicFramePr>
        <p:xfrm>
          <a:off x="1143000" y="2286000"/>
          <a:ext cx="16078200" cy="967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31723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89CF3-7439-4E5E-86D5-9A6F7E0B3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Advanced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2B434-8B93-4A3C-A673-AF52760DCC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505363" y="0"/>
            <a:ext cx="782637" cy="577850"/>
          </a:xfrm>
        </p:spPr>
        <p:txBody>
          <a:bodyPr/>
          <a:lstStyle/>
          <a:p>
            <a:fld id="{E0F359A0-2740-40F5-9431-3B7C887B04E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192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6120585-C4C4-4096-AA1B-67B49C04A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693536"/>
              </p:ext>
            </p:extLst>
          </p:nvPr>
        </p:nvGraphicFramePr>
        <p:xfrm>
          <a:off x="1447801" y="2664521"/>
          <a:ext cx="15621000" cy="932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Screening Results: Men More Likely to do Nothing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 rot="19036324">
            <a:off x="13568469" y="3951440"/>
            <a:ext cx="609600" cy="10668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920032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Caregivers are Most Frequently Positive for Eating Disorder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6215E46-E0D7-43D9-83A3-19B774050A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866782"/>
              </p:ext>
            </p:extLst>
          </p:nvPr>
        </p:nvGraphicFramePr>
        <p:xfrm>
          <a:off x="1066800" y="2794000"/>
          <a:ext cx="16230600" cy="848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6892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30" y="962025"/>
            <a:ext cx="16742800" cy="13239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Race/Ethnicity:  Blacks Most Likely to Do Something,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52800" y="2552582"/>
            <a:ext cx="105945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</a:schemeClr>
                </a:solidFill>
              </a:rPr>
              <a:t>Percent Saying “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No Next Steps</a:t>
            </a:r>
            <a:r>
              <a:rPr lang="en-US" sz="4000" b="1" dirty="0">
                <a:solidFill>
                  <a:schemeClr val="tx2">
                    <a:lumMod val="50000"/>
                  </a:schemeClr>
                </a:solidFill>
              </a:rPr>
              <a:t>” with Results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8CF8D53-8DF2-44FF-9D98-454011DBF5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8448317"/>
              </p:ext>
            </p:extLst>
          </p:nvPr>
        </p:nvGraphicFramePr>
        <p:xfrm>
          <a:off x="1509730" y="3260468"/>
          <a:ext cx="15268540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68629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595" y="535679"/>
            <a:ext cx="16742800" cy="1323975"/>
          </a:xfrm>
        </p:spPr>
        <p:txBody>
          <a:bodyPr>
            <a:noAutofit/>
          </a:bodyPr>
          <a:lstStyle/>
          <a:p>
            <a:r>
              <a:rPr lang="en-US" sz="6000" b="1" dirty="0"/>
              <a:t>Native American and Multiracial Individuals Most Positive or Moderate to Severe,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5477EDC-7097-4F8B-9B43-E66F58A8AA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8563836"/>
              </p:ext>
            </p:extLst>
          </p:nvPr>
        </p:nvGraphicFramePr>
        <p:xfrm>
          <a:off x="1333500" y="2514600"/>
          <a:ext cx="15621000" cy="909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2730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Young (&lt;25) Women More Likely to have Positive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5B48B28-1A6B-4DA1-BD9F-815A92F3B5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0450963"/>
              </p:ext>
            </p:extLst>
          </p:nvPr>
        </p:nvGraphicFramePr>
        <p:xfrm>
          <a:off x="1981200" y="2794000"/>
          <a:ext cx="14401800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289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5830-453D-4460-8D20-16F4BC16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Vets/Active Duty: Most Worried About Depression, Bipolar, Psychosis, 2017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9599CA-A3A5-4DDD-AD5A-B8CEEAFBF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831726"/>
              </p:ext>
            </p:extLst>
          </p:nvPr>
        </p:nvGraphicFramePr>
        <p:xfrm>
          <a:off x="782638" y="2438400"/>
          <a:ext cx="16722725" cy="932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F039F-072E-4D83-BA86-731A80167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19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CB50F-84CB-4F77-81DF-8E8F25811210}"/>
              </a:ext>
            </a:extLst>
          </p:cNvPr>
          <p:cNvSpPr txBox="1"/>
          <p:nvPr/>
        </p:nvSpPr>
        <p:spPr>
          <a:xfrm>
            <a:off x="3477491" y="2992807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81% Positive</a:t>
            </a:r>
          </a:p>
        </p:txBody>
      </p:sp>
    </p:spTree>
    <p:extLst>
      <p:ext uri="{BB962C8B-B14F-4D97-AF65-F5344CB8AC3E}">
        <p14:creationId xmlns:p14="http://schemas.microsoft.com/office/powerpoint/2010/main" val="10191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600" dirty="0"/>
              <a:t>MHA Screeners With Chronic Conditions Who Are Positive For Mental Illness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20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0" y="2895600"/>
            <a:ext cx="8485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Source: MHA Online Screening Data, 2017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B59F695-1C6C-4DF0-AF09-E918E1F3A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5401440"/>
              </p:ext>
            </p:extLst>
          </p:nvPr>
        </p:nvGraphicFramePr>
        <p:xfrm>
          <a:off x="772037" y="2670449"/>
          <a:ext cx="16525363" cy="8988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76906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611D-ED50-492A-9F5A-0038FC7F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200" y="577576"/>
            <a:ext cx="16742800" cy="1323975"/>
          </a:xfrm>
        </p:spPr>
        <p:txBody>
          <a:bodyPr/>
          <a:lstStyle/>
          <a:p>
            <a:r>
              <a:rPr lang="en-US" dirty="0"/>
              <a:t>At Risk for Psychosis, 2017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C0DE2E-AC75-40EE-A070-11941A746F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131595"/>
              </p:ext>
            </p:extLst>
          </p:nvPr>
        </p:nvGraphicFramePr>
        <p:xfrm>
          <a:off x="783200" y="2438400"/>
          <a:ext cx="16721600" cy="9328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FD1A-DCB9-4171-A087-E687577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09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7D15-D487-47CF-A5A1-67D6C8FD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LGBT, 2017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6A8CE12-C714-4B2D-A9C2-745ADA9570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445548"/>
              </p:ext>
            </p:extLst>
          </p:nvPr>
        </p:nvGraphicFramePr>
        <p:xfrm>
          <a:off x="783200" y="2438400"/>
          <a:ext cx="16721600" cy="9328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C00F7-144F-40AC-AF2F-D8E6DA9B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90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AC19-3652-4388-A87D-DDB77706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0" y="620435"/>
            <a:ext cx="16742800" cy="1323975"/>
          </a:xfrm>
        </p:spPr>
        <p:txBody>
          <a:bodyPr/>
          <a:lstStyle/>
          <a:p>
            <a:r>
              <a:rPr lang="en-US" dirty="0"/>
              <a:t>Millennials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0A31FCB-9B0E-47F5-861D-8767A7143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116520"/>
              </p:ext>
            </p:extLst>
          </p:nvPr>
        </p:nvGraphicFramePr>
        <p:xfrm>
          <a:off x="650562" y="1944410"/>
          <a:ext cx="16721600" cy="9328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67FE0-ED7F-44C6-A332-83B8F562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44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611D-ED50-492A-9F5A-0038FC7F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or Expecting Mothers, 2017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8C054B0-AE44-4600-8618-06B6E81E4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482149"/>
              </p:ext>
            </p:extLst>
          </p:nvPr>
        </p:nvGraphicFramePr>
        <p:xfrm>
          <a:off x="2743200" y="3075709"/>
          <a:ext cx="12801600" cy="8233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FD1A-DCB9-4171-A087-E687577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931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611D-ED50-492A-9F5A-0038FC7F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200" y="577576"/>
            <a:ext cx="16742800" cy="1323975"/>
          </a:xfrm>
          <a:noFill/>
        </p:spPr>
        <p:txBody>
          <a:bodyPr/>
          <a:lstStyle/>
          <a:p>
            <a:r>
              <a:rPr lang="en-US" dirty="0"/>
              <a:t>Severe Depression, 2017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C7F1C5F-F123-4098-8B57-5CBF9AA934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6771153"/>
              </p:ext>
            </p:extLst>
          </p:nvPr>
        </p:nvGraphicFramePr>
        <p:xfrm>
          <a:off x="783200" y="2438400"/>
          <a:ext cx="16721600" cy="9328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FD1A-DCB9-4171-A087-E687577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41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19C2-2E01-481F-A483-429D447B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41488"/>
            <a:ext cx="16742800" cy="1323975"/>
          </a:xfrm>
        </p:spPr>
        <p:txBody>
          <a:bodyPr/>
          <a:lstStyle/>
          <a:p>
            <a:r>
              <a:rPr lang="en-US" dirty="0"/>
              <a:t>Veterans, 2017	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863EC7-5793-4988-89C8-9A827B57A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777045"/>
              </p:ext>
            </p:extLst>
          </p:nvPr>
        </p:nvGraphicFramePr>
        <p:xfrm>
          <a:off x="783200" y="1988467"/>
          <a:ext cx="16721600" cy="9328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1256B-2B43-4525-8ADD-4BC22205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64E5-A510-4DB0-A5BF-E09C8CDB54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62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7ADE1-C074-4825-95CC-AD2551B1EF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400" y="4572000"/>
            <a:ext cx="14935200" cy="2286000"/>
          </a:xfrm>
        </p:spPr>
        <p:txBody>
          <a:bodyPr>
            <a:normAutofit fontScale="92500"/>
          </a:bodyPr>
          <a:lstStyle/>
          <a:p>
            <a:r>
              <a:rPr lang="en-US" dirty="0"/>
              <a:t>Screening to Supports 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E39A7D-800B-4C1E-9B6B-225FB7CC61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505363" y="0"/>
            <a:ext cx="782637" cy="577850"/>
          </a:xfrm>
        </p:spPr>
        <p:txBody>
          <a:bodyPr/>
          <a:lstStyle/>
          <a:p>
            <a:fld id="{E0F359A0-2740-40F5-9431-3B7C887B04EE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412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2CF4C2-3850-49CA-96FD-509E1449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3404A5-9755-4DD5-9BB1-82243E27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New with Screening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88F817-C8A4-4132-83EE-6529BEE74568}"/>
              </a:ext>
            </a:extLst>
          </p:cNvPr>
          <p:cNvGraphicFramePr/>
          <p:nvPr/>
        </p:nvGraphicFramePr>
        <p:xfrm>
          <a:off x="762000" y="2971800"/>
          <a:ext cx="16743363" cy="807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4795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D7C0-FF7A-4CD8-A111-277D4B53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MHA Screening by Condition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17F2264-B3A2-4B10-9A91-15FAF1B5B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471661"/>
              </p:ext>
            </p:extLst>
          </p:nvPr>
        </p:nvGraphicFramePr>
        <p:xfrm>
          <a:off x="782639" y="2438400"/>
          <a:ext cx="16590962" cy="922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DA27B-089D-450C-9DAF-2B24BEAD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26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MHA Screening-to-Supports (</a:t>
            </a:r>
            <a:r>
              <a:rPr lang="en-US" sz="8800" dirty="0">
                <a:latin typeface="Corbel" panose="020B0503020204020204" pitchFamily="34" charset="0"/>
              </a:rPr>
              <a:t>S</a:t>
            </a:r>
            <a:r>
              <a:rPr lang="en-US" sz="8800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sz="8800" dirty="0">
                <a:latin typeface="Corbel" panose="020B0503020204020204" pitchFamily="34" charset="0"/>
              </a:rPr>
              <a:t>S</a:t>
            </a:r>
            <a:r>
              <a:rPr lang="en-US" sz="8800" dirty="0"/>
              <a:t>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41E28B-BDA1-492E-BB39-38639C2A7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120377"/>
              </p:ext>
            </p:extLst>
          </p:nvPr>
        </p:nvGraphicFramePr>
        <p:xfrm>
          <a:off x="782638" y="2895600"/>
          <a:ext cx="16722725" cy="8870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File:Riot Games logo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16" y="9296400"/>
            <a:ext cx="2967876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 result for alkerme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47" y="8001000"/>
            <a:ext cx="3833766" cy="97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sutter health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17" y="6348412"/>
            <a:ext cx="3565683" cy="104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459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F6B2-EC52-4BBE-B9CE-ECCDC921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b="1" dirty="0">
                <a:latin typeface="Corbel" panose="020B0503020204020204" pitchFamily="34" charset="0"/>
              </a:rPr>
              <a:t>S</a:t>
            </a:r>
            <a:r>
              <a:rPr lang="en-US" sz="8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sz="8000" b="1" dirty="0">
                <a:latin typeface="Corbel" panose="020B0503020204020204" pitchFamily="34" charset="0"/>
              </a:rPr>
              <a:t>S: New</a:t>
            </a:r>
            <a:r>
              <a:rPr lang="en-US" b="1" dirty="0"/>
              <a:t> Pathways to Customized Support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38CEC6B-C747-4C7C-934A-A80B6F39A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465781"/>
              </p:ext>
            </p:extLst>
          </p:nvPr>
        </p:nvGraphicFramePr>
        <p:xfrm>
          <a:off x="914400" y="2738344"/>
          <a:ext cx="16230600" cy="8920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F4507-2D73-4D67-B7D4-6D785B03C7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505363" y="0"/>
            <a:ext cx="782637" cy="577850"/>
          </a:xfrm>
        </p:spPr>
        <p:txBody>
          <a:bodyPr/>
          <a:lstStyle/>
          <a:p>
            <a:fld id="{E0F359A0-2740-40F5-9431-3B7C887B04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48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ord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22044"/>
            <a:ext cx="15392400" cy="8931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2D5EF9-C88E-439A-949E-97F2A43D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All Screeners Want</a:t>
            </a:r>
          </a:p>
        </p:txBody>
      </p:sp>
    </p:spTree>
    <p:extLst>
      <p:ext uri="{BB962C8B-B14F-4D97-AF65-F5344CB8AC3E}">
        <p14:creationId xmlns:p14="http://schemas.microsoft.com/office/powerpoint/2010/main" val="930437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BB36-1F0C-4C76-8054-C28E6FAD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/>
              <a:t>:Results</a:t>
            </a:r>
          </a:p>
        </p:txBody>
      </p:sp>
      <p:pic>
        <p:nvPicPr>
          <p:cNvPr id="7" name="Content Placeholder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4564D9-54E6-449A-BE95-20CF73B3F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5599" y="2438400"/>
            <a:ext cx="9816802" cy="9328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84A83-CC99-493E-96ED-0E3177E9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68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05A5-2E9D-436A-839C-5E81F1B3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/>
              <a:t>: Self Harm</a:t>
            </a:r>
          </a:p>
        </p:txBody>
      </p:sp>
      <p:pic>
        <p:nvPicPr>
          <p:cNvPr id="6" name="Content Placeholder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93EBCC3A-2122-44CB-87DC-C361C99AF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9123" y="3949260"/>
            <a:ext cx="11669754" cy="630643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F6FDB-2F0E-4222-BB2C-DCF7B6F6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801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0980-4001-434D-A95C-A038B2F2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/>
              <a:t>: DIY Tools</a:t>
            </a:r>
          </a:p>
        </p:txBody>
      </p:sp>
      <p:pic>
        <p:nvPicPr>
          <p:cNvPr id="6" name="Content Placeholder 5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8E5B2852-3C30-4060-B3EB-28F1B4DFB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7918" y="2438400"/>
            <a:ext cx="10252165" cy="9328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0A5B5-6EC7-4C18-9971-98AFB9A0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34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9F10-DAE9-4EFC-B32B-3707B72B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/>
              <a:t>: Treatment</a:t>
            </a:r>
          </a:p>
        </p:txBody>
      </p:sp>
      <p:pic>
        <p:nvPicPr>
          <p:cNvPr id="6" name="Content Placeholder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40EFB7D-6E69-4FD5-8F15-652844246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9335" y="2438400"/>
            <a:ext cx="9709331" cy="9328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0E3C1-F444-42DE-BBF8-45651DB3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36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C9BE1E-52DE-4340-B4EC-C91DE84A3FFA}"/>
              </a:ext>
            </a:extLst>
          </p:cNvPr>
          <p:cNvSpPr/>
          <p:nvPr/>
        </p:nvSpPr>
        <p:spPr>
          <a:xfrm>
            <a:off x="8469777" y="6442502"/>
            <a:ext cx="134844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49029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D049-33E8-4866-A382-FD930F55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/>
              <a:t>: Connect</a:t>
            </a:r>
          </a:p>
        </p:txBody>
      </p:sp>
      <p:pic>
        <p:nvPicPr>
          <p:cNvPr id="6" name="Content Placeholder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22E7C63-6091-4689-91FF-B1DBFD0A7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3543" y="2438400"/>
            <a:ext cx="10460915" cy="9328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25897-2894-4B5A-8EEB-19F37A08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96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EA72-A479-4E62-AC57-78EB241A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rbel" panose="020B0503020204020204" pitchFamily="34" charset="0"/>
              </a:rPr>
              <a:t>2</a:t>
            </a:r>
            <a:r>
              <a:rPr lang="en-US" dirty="0">
                <a:latin typeface="Corbel" panose="020B0503020204020204" pitchFamily="34" charset="0"/>
              </a:rPr>
              <a:t>S</a:t>
            </a:r>
            <a:r>
              <a:rPr lang="en-US" dirty="0"/>
              <a:t>: Condition Pages</a:t>
            </a:r>
          </a:p>
        </p:txBody>
      </p:sp>
      <p:pic>
        <p:nvPicPr>
          <p:cNvPr id="6" name="Content Placeholder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407B870F-D6DA-4550-96CB-D92C2D04F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6543" y="2438400"/>
            <a:ext cx="9874915" cy="9328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89647-C48F-4A72-9928-D72483CA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59A0-2740-40F5-9431-3B7C887B04EE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415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F6B2-EC52-4BBE-B9CE-ECCDC921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latin typeface="Corbel" panose="020B0503020204020204" pitchFamily="34" charset="0"/>
              </a:rPr>
              <a:t>S2S</a:t>
            </a:r>
            <a:r>
              <a:rPr lang="en-US" b="1" dirty="0"/>
              <a:t>: The Role of Partners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E39C70A-C073-4713-ADB5-2259EDEA86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420987"/>
              </p:ext>
            </p:extLst>
          </p:nvPr>
        </p:nvGraphicFramePr>
        <p:xfrm>
          <a:off x="609600" y="2738344"/>
          <a:ext cx="17221200" cy="975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F4507-2D73-4D67-B7D4-6D785B03C7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505363" y="0"/>
            <a:ext cx="782637" cy="577850"/>
          </a:xfrm>
        </p:spPr>
        <p:txBody>
          <a:bodyPr/>
          <a:lstStyle/>
          <a:p>
            <a:fld id="{E0F359A0-2740-40F5-9431-3B7C887B04EE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749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How can you use MHA Screening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793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MHA 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8C63D-5FD2-4A6E-9DD7-A5132D60DD68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746908"/>
            <a:ext cx="9677400" cy="5987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xplosion: 8 Points 7"/>
          <p:cNvSpPr/>
          <p:nvPr/>
        </p:nvSpPr>
        <p:spPr>
          <a:xfrm>
            <a:off x="9448800" y="10134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9" name="Explosion: 8 Points 8"/>
          <p:cNvSpPr/>
          <p:nvPr/>
        </p:nvSpPr>
        <p:spPr>
          <a:xfrm>
            <a:off x="10668000" y="8153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0" name="Explosion: 8 Points 9"/>
          <p:cNvSpPr/>
          <p:nvPr/>
        </p:nvSpPr>
        <p:spPr>
          <a:xfrm>
            <a:off x="11430000" y="102108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1" name="Explosion: 8 Points 10"/>
          <p:cNvSpPr/>
          <p:nvPr/>
        </p:nvSpPr>
        <p:spPr>
          <a:xfrm>
            <a:off x="10820400" y="8229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2" name="Explosion: 8 Points 11"/>
          <p:cNvSpPr/>
          <p:nvPr/>
        </p:nvSpPr>
        <p:spPr>
          <a:xfrm>
            <a:off x="11734800" y="76962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3" name="Explosion: 8 Points 12"/>
          <p:cNvSpPr/>
          <p:nvPr/>
        </p:nvSpPr>
        <p:spPr>
          <a:xfrm>
            <a:off x="12344400" y="80010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4" name="Explosion: 8 Points 13"/>
          <p:cNvSpPr/>
          <p:nvPr/>
        </p:nvSpPr>
        <p:spPr>
          <a:xfrm>
            <a:off x="11049000" y="8229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5" name="Explosion: 8 Points 14"/>
          <p:cNvSpPr/>
          <p:nvPr/>
        </p:nvSpPr>
        <p:spPr>
          <a:xfrm>
            <a:off x="10515600" y="83058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6" name="Explosion: 8 Points 15"/>
          <p:cNvSpPr/>
          <p:nvPr/>
        </p:nvSpPr>
        <p:spPr>
          <a:xfrm>
            <a:off x="9753600" y="87630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7" name="Explosion: 8 Points 16"/>
          <p:cNvSpPr/>
          <p:nvPr/>
        </p:nvSpPr>
        <p:spPr>
          <a:xfrm>
            <a:off x="12344400" y="7772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8" name="Explosion: 8 Points 17"/>
          <p:cNvSpPr/>
          <p:nvPr/>
        </p:nvSpPr>
        <p:spPr>
          <a:xfrm>
            <a:off x="6096000" y="9372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19" name="Explosion: 8 Points 18"/>
          <p:cNvSpPr/>
          <p:nvPr/>
        </p:nvSpPr>
        <p:spPr>
          <a:xfrm>
            <a:off x="8382000" y="10058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0" name="Explosion: 8 Points 19"/>
          <p:cNvSpPr/>
          <p:nvPr/>
        </p:nvSpPr>
        <p:spPr>
          <a:xfrm>
            <a:off x="6781800" y="6705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1" name="Explosion: 8 Points 20"/>
          <p:cNvSpPr/>
          <p:nvPr/>
        </p:nvSpPr>
        <p:spPr>
          <a:xfrm>
            <a:off x="11506200" y="8991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2" name="Explosion: 8 Points 21"/>
          <p:cNvSpPr/>
          <p:nvPr/>
        </p:nvSpPr>
        <p:spPr>
          <a:xfrm>
            <a:off x="11811000" y="10896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3" name="Explosion: 8 Points 22"/>
          <p:cNvSpPr/>
          <p:nvPr/>
        </p:nvSpPr>
        <p:spPr>
          <a:xfrm>
            <a:off x="10820400" y="87630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4" name="Explosion: 8 Points 23"/>
          <p:cNvSpPr/>
          <p:nvPr/>
        </p:nvSpPr>
        <p:spPr>
          <a:xfrm>
            <a:off x="9753600" y="73152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5" name="Explosion: 8 Points 24"/>
          <p:cNvSpPr/>
          <p:nvPr/>
        </p:nvSpPr>
        <p:spPr>
          <a:xfrm>
            <a:off x="10363200" y="80772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6" name="Explosion: 8 Points 25"/>
          <p:cNvSpPr/>
          <p:nvPr/>
        </p:nvSpPr>
        <p:spPr>
          <a:xfrm>
            <a:off x="11811000" y="8991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7" name="Explosion: 8 Points 26"/>
          <p:cNvSpPr/>
          <p:nvPr/>
        </p:nvSpPr>
        <p:spPr>
          <a:xfrm>
            <a:off x="10515600" y="90678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8" name="Explosion: 8 Points 27"/>
          <p:cNvSpPr/>
          <p:nvPr/>
        </p:nvSpPr>
        <p:spPr>
          <a:xfrm>
            <a:off x="6934200" y="10896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29" name="Explosion: 8 Points 28"/>
          <p:cNvSpPr/>
          <p:nvPr/>
        </p:nvSpPr>
        <p:spPr>
          <a:xfrm>
            <a:off x="12192000" y="8229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0" name="Explosion: 8 Points 29"/>
          <p:cNvSpPr/>
          <p:nvPr/>
        </p:nvSpPr>
        <p:spPr>
          <a:xfrm>
            <a:off x="10515600" y="8153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1" name="Explosion: 8 Points 30"/>
          <p:cNvSpPr/>
          <p:nvPr/>
        </p:nvSpPr>
        <p:spPr>
          <a:xfrm>
            <a:off x="8001000" y="99822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2" name="Explosion: 8 Points 31"/>
          <p:cNvSpPr/>
          <p:nvPr/>
        </p:nvSpPr>
        <p:spPr>
          <a:xfrm>
            <a:off x="9601200" y="7848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3" name="Explosion: 8 Points 32"/>
          <p:cNvSpPr/>
          <p:nvPr/>
        </p:nvSpPr>
        <p:spPr>
          <a:xfrm>
            <a:off x="10363200" y="8534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4" name="Explosion: 8 Points 33"/>
          <p:cNvSpPr/>
          <p:nvPr/>
        </p:nvSpPr>
        <p:spPr>
          <a:xfrm>
            <a:off x="12573000" y="75438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5" name="Explosion: 8 Points 34"/>
          <p:cNvSpPr/>
          <p:nvPr/>
        </p:nvSpPr>
        <p:spPr>
          <a:xfrm>
            <a:off x="8839200" y="105918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6" name="Explosion: 8 Points 35"/>
          <p:cNvSpPr/>
          <p:nvPr/>
        </p:nvSpPr>
        <p:spPr>
          <a:xfrm>
            <a:off x="8686800" y="10058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7" name="Explosion: 8 Points 36"/>
          <p:cNvSpPr/>
          <p:nvPr/>
        </p:nvSpPr>
        <p:spPr>
          <a:xfrm>
            <a:off x="8763000" y="103632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8" name="Explosion: 8 Points 37"/>
          <p:cNvSpPr/>
          <p:nvPr/>
        </p:nvSpPr>
        <p:spPr>
          <a:xfrm>
            <a:off x="12115800" y="8991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39" name="Explosion: 8 Points 38"/>
          <p:cNvSpPr/>
          <p:nvPr/>
        </p:nvSpPr>
        <p:spPr>
          <a:xfrm>
            <a:off x="10515600" y="80010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0" name="Explosion: 8 Points 39"/>
          <p:cNvSpPr/>
          <p:nvPr/>
        </p:nvSpPr>
        <p:spPr>
          <a:xfrm>
            <a:off x="9982200" y="7848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1" name="Explosion: 8 Points 40"/>
          <p:cNvSpPr/>
          <p:nvPr/>
        </p:nvSpPr>
        <p:spPr>
          <a:xfrm>
            <a:off x="7086600" y="84582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2" name="Explosion: 8 Points 41"/>
          <p:cNvSpPr/>
          <p:nvPr/>
        </p:nvSpPr>
        <p:spPr>
          <a:xfrm>
            <a:off x="10363200" y="8229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3" name="Explosion: 8 Points 42"/>
          <p:cNvSpPr/>
          <p:nvPr/>
        </p:nvSpPr>
        <p:spPr>
          <a:xfrm>
            <a:off x="11811000" y="83820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4" name="Explosion: 8 Points 43"/>
          <p:cNvSpPr/>
          <p:nvPr/>
        </p:nvSpPr>
        <p:spPr>
          <a:xfrm>
            <a:off x="10363200" y="84582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5" name="Explosion: 8 Points 44"/>
          <p:cNvSpPr/>
          <p:nvPr/>
        </p:nvSpPr>
        <p:spPr>
          <a:xfrm>
            <a:off x="12268200" y="7467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6" name="Explosion: 8 Points 45"/>
          <p:cNvSpPr/>
          <p:nvPr/>
        </p:nvSpPr>
        <p:spPr>
          <a:xfrm>
            <a:off x="11353800" y="9296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7" name="Explosion: 8 Points 46"/>
          <p:cNvSpPr/>
          <p:nvPr/>
        </p:nvSpPr>
        <p:spPr>
          <a:xfrm>
            <a:off x="11963400" y="78486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sp>
        <p:nvSpPr>
          <p:cNvPr id="48" name="Explosion: 8 Points 47"/>
          <p:cNvSpPr/>
          <p:nvPr/>
        </p:nvSpPr>
        <p:spPr>
          <a:xfrm>
            <a:off x="4800600" y="8153400"/>
            <a:ext cx="381000" cy="381000"/>
          </a:xfrm>
          <a:prstGeom prst="irregularSeal1">
            <a:avLst/>
          </a:prstGeom>
          <a:solidFill>
            <a:srgbClr val="613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332C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21050"/>
              </p:ext>
            </p:extLst>
          </p:nvPr>
        </p:nvGraphicFramePr>
        <p:xfrm>
          <a:off x="4343400" y="2438400"/>
          <a:ext cx="9677400" cy="3352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583280244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73469765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n-US" dirty="0"/>
                        <a:t>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6051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dirty="0"/>
                        <a:t>Affiliates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7355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dirty="0"/>
                        <a:t>Academic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54188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dirty="0"/>
                        <a:t>Corporate/Nonprofit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473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627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56104C-35E5-4441-AB6C-813CBBBB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7D94F2-7594-490F-ACFC-FC3A4BCC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4A1AA0F-9AA8-410A-8D7B-4F20DB88F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8090993"/>
              </p:ext>
            </p:extLst>
          </p:nvPr>
        </p:nvGraphicFramePr>
        <p:xfrm>
          <a:off x="762000" y="2971800"/>
          <a:ext cx="16743363" cy="807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5288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259AA2-61F9-44B4-B731-BC150C48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7A257E-880D-4F88-9433-78C35DC7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collect your data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A42DE26-9ED0-48FE-B85A-81BFB69047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6758711"/>
              </p:ext>
            </p:extLst>
          </p:nvPr>
        </p:nvGraphicFramePr>
        <p:xfrm>
          <a:off x="762000" y="2971800"/>
          <a:ext cx="16743363" cy="807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6105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6C69C-8663-491F-97E8-755231D9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4F154-C581-41CE-A40A-A9C2EA44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changes can the data show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B0EF30C-CE80-4295-A89F-D837B39EB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8327593"/>
              </p:ext>
            </p:extLst>
          </p:nvPr>
        </p:nvGraphicFramePr>
        <p:xfrm>
          <a:off x="762000" y="2971800"/>
          <a:ext cx="16743363" cy="807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3451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336B6-AC0B-4DC8-97E4-BF1A1A542EB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9677400" y="8972967"/>
            <a:ext cx="8458200" cy="2428875"/>
          </a:xfrm>
        </p:spPr>
        <p:txBody>
          <a:bodyPr/>
          <a:lstStyle/>
          <a:p>
            <a:r>
              <a:rPr lang="en-US" dirty="0"/>
              <a:t>Madeline Halpern</a:t>
            </a:r>
          </a:p>
          <a:p>
            <a:r>
              <a:rPr lang="en-US" dirty="0">
                <a:hlinkClick r:id="rId2"/>
              </a:rPr>
              <a:t>mhalpern@mentalhealthamerica.net</a:t>
            </a:r>
            <a:endParaRPr lang="en-US" dirty="0"/>
          </a:p>
          <a:p>
            <a:r>
              <a:rPr lang="en-US" dirty="0"/>
              <a:t>703-837-3367</a:t>
            </a:r>
          </a:p>
        </p:txBody>
      </p:sp>
    </p:spTree>
    <p:extLst>
      <p:ext uri="{BB962C8B-B14F-4D97-AF65-F5344CB8AC3E}">
        <p14:creationId xmlns:p14="http://schemas.microsoft.com/office/powerpoint/2010/main" val="4031138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MHA">
      <a:dk1>
        <a:sysClr val="windowText" lastClr="000000"/>
      </a:dk1>
      <a:lt1>
        <a:sysClr val="window" lastClr="FFFFFF"/>
      </a:lt1>
      <a:dk2>
        <a:srgbClr val="797979"/>
      </a:dk2>
      <a:lt2>
        <a:srgbClr val="385988"/>
      </a:lt2>
      <a:accent1>
        <a:srgbClr val="385988"/>
      </a:accent1>
      <a:accent2>
        <a:srgbClr val="1BAAAA"/>
      </a:accent2>
      <a:accent3>
        <a:srgbClr val="975381"/>
      </a:accent3>
      <a:accent4>
        <a:srgbClr val="FF9F37"/>
      </a:accent4>
      <a:accent5>
        <a:srgbClr val="F95D62"/>
      </a:accent5>
      <a:accent6>
        <a:srgbClr val="C5C5C5"/>
      </a:accent6>
      <a:hlink>
        <a:srgbClr val="1BAAAA"/>
      </a:hlink>
      <a:folHlink>
        <a:srgbClr val="206779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2B3A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HA Template 10.24.16.potx" id="{54AA7439-DBDE-4580-AE58-864B0C7357F7}" vid="{8E1FAB3C-F302-4FD6-99CE-928430DC55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18363</TotalTime>
  <Words>1470</Words>
  <Application>Microsoft Office PowerPoint</Application>
  <PresentationFormat>Custom</PresentationFormat>
  <Paragraphs>245</Paragraphs>
  <Slides>45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Calibri</vt:lpstr>
      <vt:lpstr>Candara</vt:lpstr>
      <vt:lpstr>Century Gothic</vt:lpstr>
      <vt:lpstr>Corbel</vt:lpstr>
      <vt:lpstr>Gill Sans</vt:lpstr>
      <vt:lpstr>Source Sans Pro</vt:lpstr>
      <vt:lpstr>Source Sans Pro ExtraLight</vt:lpstr>
      <vt:lpstr>Sylfaen</vt:lpstr>
      <vt:lpstr>Tahoma</vt:lpstr>
      <vt:lpstr>Office Theme</vt:lpstr>
      <vt:lpstr>PowerPoint Presentation</vt:lpstr>
      <vt:lpstr>Overview</vt:lpstr>
      <vt:lpstr>Screening Promotes Recovery</vt:lpstr>
      <vt:lpstr>More Screening = Better Healthcare</vt:lpstr>
      <vt:lpstr>MHA Screening Results Create Value</vt:lpstr>
      <vt:lpstr>PowerPoint Presentation</vt:lpstr>
      <vt:lpstr>www.mhascreening.org 2015-2017</vt:lpstr>
      <vt:lpstr>Race/Ethnicity 2017</vt:lpstr>
      <vt:lpstr>MHA Screeners by Income, 2015-2017</vt:lpstr>
      <vt:lpstr>Special Populations, 2015-2017</vt:lpstr>
      <vt:lpstr>MHA Screener Results, 2015-2017</vt:lpstr>
      <vt:lpstr>MHA Screeners: Next Steps, 2017</vt:lpstr>
      <vt:lpstr>PowerPoint Presentation</vt:lpstr>
      <vt:lpstr>Screening Results: Men More Likely to do Nothing</vt:lpstr>
      <vt:lpstr>Caregivers are Most Frequently Positive for Eating Disorder</vt:lpstr>
      <vt:lpstr>Race/Ethnicity:  Blacks Most Likely to Do Something, 2017</vt:lpstr>
      <vt:lpstr>Native American and Multiracial Individuals Most Positive or Moderate to Severe, 2017</vt:lpstr>
      <vt:lpstr>Young (&lt;25) Women More Likely to have Positive Result</vt:lpstr>
      <vt:lpstr>Vets/Active Duty: Most Worried About Depression, Bipolar, Psychosis, 2017</vt:lpstr>
      <vt:lpstr>MHA Screeners With Chronic Conditions Who Are Positive For Mental Illness </vt:lpstr>
      <vt:lpstr>At Risk for Psychosis, 2017</vt:lpstr>
      <vt:lpstr>LGBT, 2017</vt:lpstr>
      <vt:lpstr>Millennials</vt:lpstr>
      <vt:lpstr>New or Expecting Mothers, 2017</vt:lpstr>
      <vt:lpstr>Severe Depression, 2017</vt:lpstr>
      <vt:lpstr>Veterans, 2017 </vt:lpstr>
      <vt:lpstr>PowerPoint Presentation</vt:lpstr>
      <vt:lpstr>What’s New with Screening</vt:lpstr>
      <vt:lpstr>MHA Screening by Condition</vt:lpstr>
      <vt:lpstr>MHA Screening-to-Supports (S2S)</vt:lpstr>
      <vt:lpstr>S2S: New Pathways to Customized Support</vt:lpstr>
      <vt:lpstr>What All Screeners Want</vt:lpstr>
      <vt:lpstr>S2S:Results</vt:lpstr>
      <vt:lpstr>S2S: Self Harm</vt:lpstr>
      <vt:lpstr>S2S: DIY Tools</vt:lpstr>
      <vt:lpstr>S2S: Treatment</vt:lpstr>
      <vt:lpstr>S2S: Connect</vt:lpstr>
      <vt:lpstr>S2S: Condition Pages</vt:lpstr>
      <vt:lpstr>S2S: The Role of Partners</vt:lpstr>
      <vt:lpstr>PowerPoint Presentation</vt:lpstr>
      <vt:lpstr>MHA Screening</vt:lpstr>
      <vt:lpstr>Common Uses</vt:lpstr>
      <vt:lpstr>How to collect your data</vt:lpstr>
      <vt:lpstr>What changes can the data show</vt:lpstr>
      <vt:lpstr>PowerPoint Presentation</vt:lpstr>
    </vt:vector>
  </TitlesOfParts>
  <Company>Louis Twelve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</dc:title>
  <dc:creator>Louis Twelve</dc:creator>
  <cp:lastModifiedBy>Madeline Halpern</cp:lastModifiedBy>
  <cp:revision>1060</cp:revision>
  <dcterms:created xsi:type="dcterms:W3CDTF">2014-11-10T20:05:35Z</dcterms:created>
  <dcterms:modified xsi:type="dcterms:W3CDTF">2018-06-05T16:54:08Z</dcterms:modified>
</cp:coreProperties>
</file>