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sldIdLst>
    <p:sldId id="256" r:id="rId2"/>
    <p:sldId id="259" r:id="rId3"/>
    <p:sldId id="257" r:id="rId4"/>
    <p:sldId id="260" r:id="rId5"/>
    <p:sldId id="262" r:id="rId6"/>
    <p:sldId id="258" r:id="rId7"/>
    <p:sldId id="261" r:id="rId8"/>
  </p:sldIdLst>
  <p:sldSz cx="12192000" cy="68580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6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196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266E3147-F752-43E9-9578-1AC5757C3CB0}" type="datetimeFigureOut">
              <a:rPr lang="en-US" smtClean="0"/>
              <a:t>5/31/2018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FB7534A2-A942-4108-B906-F0D6C486BEC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853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7534A2-A942-4108-B906-F0D6C486BEC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9752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Grant development and outcomes tracking are very similar to APMs</a:t>
            </a:r>
          </a:p>
          <a:p>
            <a:endParaRPr lang="en-US" dirty="0"/>
          </a:p>
          <a:p>
            <a:r>
              <a:rPr lang="en-US" dirty="0"/>
              <a:t>Review context of development of direct services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7534A2-A942-4108-B906-F0D6C486BEC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8282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differences between incentive and payment reductions</a:t>
            </a:r>
          </a:p>
          <a:p>
            <a:endParaRPr lang="en-US" dirty="0"/>
          </a:p>
          <a:p>
            <a:r>
              <a:rPr lang="en-US" dirty="0"/>
              <a:t>Triple Aim: </a:t>
            </a:r>
          </a:p>
          <a:p>
            <a:r>
              <a:rPr lang="en-US" dirty="0">
                <a:effectLst/>
              </a:rPr>
              <a:t>Improving the patient experience of care (including quality and satisfaction);</a:t>
            </a:r>
          </a:p>
          <a:p>
            <a:r>
              <a:rPr lang="en-US" dirty="0">
                <a:effectLst/>
              </a:rPr>
              <a:t>Improving the health of populations; and</a:t>
            </a:r>
          </a:p>
          <a:p>
            <a:r>
              <a:rPr lang="en-US" dirty="0">
                <a:effectLst/>
              </a:rPr>
              <a:t>Reducing the per capita cost of health care.</a:t>
            </a:r>
          </a:p>
          <a:p>
            <a:endParaRPr lang="en-US" dirty="0"/>
          </a:p>
          <a:p>
            <a:r>
              <a:rPr lang="en-US" dirty="0"/>
              <a:t>Medicare Access and CHIP Reauthorization Act of 2015 </a:t>
            </a:r>
          </a:p>
          <a:p>
            <a:endParaRPr lang="en-US" dirty="0"/>
          </a:p>
          <a:p>
            <a:pPr defTabSz="931774"/>
            <a:r>
              <a:rPr lang="en-US" dirty="0"/>
              <a:t>Perhaps the largest shift in healthcare. Value based care. Focus on outcomes.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7534A2-A942-4108-B906-F0D6C486BEC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6322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7534A2-A942-4108-B906-F0D6C486BEC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24875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7534A2-A942-4108-B906-F0D6C486BEC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1973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7534A2-A942-4108-B906-F0D6C486BEC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1653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will MH be impacted? Most APMs focus on the highest risk cohorts</a:t>
            </a:r>
          </a:p>
          <a:p>
            <a:r>
              <a:rPr lang="en-US" dirty="0"/>
              <a:t>Health equality among those with mental illness is unbalanced.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7534A2-A942-4108-B906-F0D6C486BEC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339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5/24/2018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5/24/2018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5/24/2018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3C429-7D4B-4800-BF7D-475AA876A6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Alternative Payment Models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C94F8E-F4DB-41E8-9D15-4DBFC3C011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Presented by Mary C. Jones, LCMFT, LCAC</a:t>
            </a:r>
          </a:p>
          <a:p>
            <a:r>
              <a:rPr lang="en-US" dirty="0"/>
              <a:t>President/CEO</a:t>
            </a:r>
          </a:p>
          <a:p>
            <a:r>
              <a:rPr lang="en-US" dirty="0"/>
              <a:t>Mental Health Association of South Central Kansas</a:t>
            </a:r>
          </a:p>
        </p:txBody>
      </p:sp>
    </p:spTree>
    <p:extLst>
      <p:ext uri="{BB962C8B-B14F-4D97-AF65-F5344CB8AC3E}">
        <p14:creationId xmlns:p14="http://schemas.microsoft.com/office/powerpoint/2010/main" val="4274331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E0C04-F5F1-4245-BFE5-317070FF9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MHASCK: History and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2891A-A6FC-4E06-B546-DE4DFB6704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Grant programs in early years</a:t>
            </a:r>
          </a:p>
          <a:p>
            <a:r>
              <a:rPr lang="en-US" dirty="0"/>
              <a:t>MHA moved into direct service delivery on early 1990s</a:t>
            </a:r>
          </a:p>
          <a:p>
            <a:r>
              <a:rPr lang="en-US" dirty="0"/>
              <a:t>Clinical services began in 2007 (Medicaid and Insurance Contracts)</a:t>
            </a:r>
          </a:p>
          <a:p>
            <a:r>
              <a:rPr lang="en-US" dirty="0"/>
              <a:t>Psychiatric medication services began 2008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1659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30896-125A-4D85-B30C-9C5E3D550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APMs: The Beginning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B6C7A-FFDB-4229-AA7D-14C4B78F9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Meaningful Use</a:t>
            </a:r>
          </a:p>
          <a:p>
            <a:r>
              <a:rPr lang="en-US" dirty="0"/>
              <a:t>Physician Quality Reimbursement System (PQRS)</a:t>
            </a:r>
          </a:p>
          <a:p>
            <a:r>
              <a:rPr lang="en-US" dirty="0"/>
              <a:t>Merit Based Incentive Payment System (MIPS)</a:t>
            </a:r>
          </a:p>
          <a:p>
            <a:r>
              <a:rPr lang="en-US" dirty="0"/>
              <a:t>Payer Contracts</a:t>
            </a:r>
          </a:p>
        </p:txBody>
      </p:sp>
    </p:spTree>
    <p:extLst>
      <p:ext uri="{BB962C8B-B14F-4D97-AF65-F5344CB8AC3E}">
        <p14:creationId xmlns:p14="http://schemas.microsoft.com/office/powerpoint/2010/main" val="2690874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D38E1-2210-40BC-B192-4A7245C94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Dialogue of APMs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7CC6C-FD76-4F64-AAFE-27CD136A3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Establish contacts that know who you are/what services offered</a:t>
            </a:r>
          </a:p>
          <a:p>
            <a:r>
              <a:rPr lang="en-US" dirty="0"/>
              <a:t>Bring insurance companies through your Agency</a:t>
            </a:r>
          </a:p>
          <a:p>
            <a:r>
              <a:rPr lang="en-US" dirty="0"/>
              <a:t>Speak their language</a:t>
            </a:r>
          </a:p>
          <a:p>
            <a:r>
              <a:rPr lang="en-US" dirty="0"/>
              <a:t>Track and show outcomes</a:t>
            </a:r>
          </a:p>
        </p:txBody>
      </p:sp>
    </p:spTree>
    <p:extLst>
      <p:ext uri="{BB962C8B-B14F-4D97-AF65-F5344CB8AC3E}">
        <p14:creationId xmlns:p14="http://schemas.microsoft.com/office/powerpoint/2010/main" val="585150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C6FA8-3FDE-4E3B-A8A8-7973A29DA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we track?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2061C-F3A0-4268-9E9F-C1D4B4FD51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Reduction in ER visits</a:t>
            </a:r>
          </a:p>
          <a:p>
            <a:r>
              <a:rPr lang="en-US" dirty="0"/>
              <a:t>Lab work with with antipsychotics</a:t>
            </a:r>
          </a:p>
          <a:p>
            <a:r>
              <a:rPr lang="en-US" dirty="0"/>
              <a:t>Follow up care from hospitalizations</a:t>
            </a:r>
          </a:p>
          <a:p>
            <a:r>
              <a:rPr lang="en-US" dirty="0"/>
              <a:t>Dental/Preventative Care</a:t>
            </a:r>
          </a:p>
        </p:txBody>
      </p:sp>
    </p:spTree>
    <p:extLst>
      <p:ext uri="{BB962C8B-B14F-4D97-AF65-F5344CB8AC3E}">
        <p14:creationId xmlns:p14="http://schemas.microsoft.com/office/powerpoint/2010/main" val="4194983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1CB79-AA28-44F2-A593-F395ABD18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Lessons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5025B-7D65-4D91-A11F-C3EDDB1E6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tracking system(s)</a:t>
            </a:r>
          </a:p>
          <a:p>
            <a:r>
              <a:rPr lang="en-US" dirty="0"/>
              <a:t>Start small, work with outcomes that impact your group</a:t>
            </a:r>
          </a:p>
          <a:p>
            <a:r>
              <a:rPr lang="en-US" dirty="0"/>
              <a:t>Problem solve the outcomes that aren’t met</a:t>
            </a:r>
          </a:p>
          <a:p>
            <a:r>
              <a:rPr lang="en-US" dirty="0"/>
              <a:t>Share successes with staff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794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74F1B-3D69-42C0-8B01-19929BB95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Future of APMs and Mental Health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9B111-3948-4623-A4FE-AA2B15944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Healthcare delivery is evolving/flexibility is paramount</a:t>
            </a:r>
          </a:p>
          <a:p>
            <a:r>
              <a:rPr lang="en-US" dirty="0"/>
              <a:t>Mental Health will be in the forefront</a:t>
            </a:r>
          </a:p>
          <a:p>
            <a:r>
              <a:rPr lang="en-US" dirty="0"/>
              <a:t>Prevention models</a:t>
            </a:r>
          </a:p>
          <a:p>
            <a:r>
              <a:rPr lang="en-US" dirty="0"/>
              <a:t>Increased Care Coordination for high risk cohorts</a:t>
            </a:r>
          </a:p>
          <a:p>
            <a:r>
              <a:rPr lang="en-US" dirty="0"/>
              <a:t>MORE TECHNOLOGY</a:t>
            </a:r>
          </a:p>
        </p:txBody>
      </p:sp>
    </p:spTree>
    <p:extLst>
      <p:ext uri="{BB962C8B-B14F-4D97-AF65-F5344CB8AC3E}">
        <p14:creationId xmlns:p14="http://schemas.microsoft.com/office/powerpoint/2010/main" val="382946501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20138</TotalTime>
  <Words>266</Words>
  <Application>Microsoft Office PowerPoint</Application>
  <PresentationFormat>Widescreen</PresentationFormat>
  <Paragraphs>59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Century Gothic</vt:lpstr>
      <vt:lpstr>Wingdings 3</vt:lpstr>
      <vt:lpstr>Wisp</vt:lpstr>
      <vt:lpstr>Alternative Payment Models </vt:lpstr>
      <vt:lpstr>MHASCK: History and Context</vt:lpstr>
      <vt:lpstr>APMs: The Beginning</vt:lpstr>
      <vt:lpstr>The Dialogue of APMs</vt:lpstr>
      <vt:lpstr>What do we track?</vt:lpstr>
      <vt:lpstr>Lessons Learned</vt:lpstr>
      <vt:lpstr>The Future of APMs and Mental Health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Alternative Payment Models </dc:title>
  <dc:creator>Mary Jones</dc:creator>
  <cp:lastModifiedBy>Mary Jones</cp:lastModifiedBy>
  <cp:revision>17</cp:revision>
  <cp:lastPrinted>2018-06-07T16:44:26Z</cp:lastPrinted>
  <dcterms:created xsi:type="dcterms:W3CDTF">2018-05-24T17:22:58Z</dcterms:created>
  <dcterms:modified xsi:type="dcterms:W3CDTF">2018-06-07T17:01:22Z</dcterms:modified>
</cp:coreProperties>
</file>